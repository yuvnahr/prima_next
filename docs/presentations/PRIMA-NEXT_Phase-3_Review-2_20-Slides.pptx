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a53dd9b5344f0e" /><Relationship Type="http://schemas.openxmlformats.org/officeDocument/2006/relationships/extended-properties" Target="/docProps/app.xml" Id="Re734870b5d404f72" /><Relationship Type="http://schemas.openxmlformats.org/officeDocument/2006/relationships/officeDocument" Target="/ppt/presentation.xml" Id="R4da5100eb3dd4266" /></Relationships>
</file>

<file path=ppt/presentation.xml><?xml version="1.0" encoding="utf-8"?>
<p:presentation xmlns:p="http://schemas.openxmlformats.org/presentationml/2006/main">
  <p:sldMasterIdLst>
    <p:sldMasterId xmlns:r="http://schemas.openxmlformats.org/officeDocument/2006/relationships" id="2147483648" r:id="R69a7e19c441a4695"/>
  </p:sldMasterIdLst>
  <p:notesMasterIdLst>
    <p:notesMasterId xmlns:r="http://schemas.openxmlformats.org/officeDocument/2006/relationships" r:id="Ref7bfeb1f4a04536"/>
  </p:notesMasterIdLst>
  <p:sldIdLst>
    <p:sldId xmlns:r="http://schemas.openxmlformats.org/officeDocument/2006/relationships" id="256" r:id="R55678e7a99de42e2"/>
    <p:sldId xmlns:r="http://schemas.openxmlformats.org/officeDocument/2006/relationships" id="257" r:id="Ra533dcd7737c4447"/>
    <p:sldId xmlns:r="http://schemas.openxmlformats.org/officeDocument/2006/relationships" id="258" r:id="R9efe4d251a7a4860"/>
    <p:sldId xmlns:r="http://schemas.openxmlformats.org/officeDocument/2006/relationships" id="259" r:id="R44908f5e131d49f3"/>
    <p:sldId xmlns:r="http://schemas.openxmlformats.org/officeDocument/2006/relationships" id="260" r:id="R2ba201fdab9a4702"/>
    <p:sldId xmlns:r="http://schemas.openxmlformats.org/officeDocument/2006/relationships" id="261" r:id="Rf893f7a939cf4614"/>
    <p:sldId xmlns:r="http://schemas.openxmlformats.org/officeDocument/2006/relationships" id="262" r:id="R0adea3e271264f82"/>
    <p:sldId xmlns:r="http://schemas.openxmlformats.org/officeDocument/2006/relationships" id="263" r:id="R01dcbc9987474493"/>
    <p:sldId xmlns:r="http://schemas.openxmlformats.org/officeDocument/2006/relationships" id="264" r:id="R3c9e96143b624b38"/>
    <p:sldId xmlns:r="http://schemas.openxmlformats.org/officeDocument/2006/relationships" id="265" r:id="R3381baec5cdb450d"/>
    <p:sldId xmlns:r="http://schemas.openxmlformats.org/officeDocument/2006/relationships" id="266" r:id="Rf9a7baf4d42f46dc"/>
    <p:sldId xmlns:r="http://schemas.openxmlformats.org/officeDocument/2006/relationships" id="267" r:id="Re2bebb2fa48f4945"/>
    <p:sldId xmlns:r="http://schemas.openxmlformats.org/officeDocument/2006/relationships" id="268" r:id="R45c2198e391a4a29"/>
    <p:sldId xmlns:r="http://schemas.openxmlformats.org/officeDocument/2006/relationships" id="269" r:id="Ra02cb41c8dbc4aef"/>
    <p:sldId xmlns:r="http://schemas.openxmlformats.org/officeDocument/2006/relationships" id="270" r:id="Ra5d9d3c3952943d9"/>
    <p:sldId xmlns:r="http://schemas.openxmlformats.org/officeDocument/2006/relationships" id="271" r:id="R829ca749377b4c6e"/>
    <p:sldId xmlns:r="http://schemas.openxmlformats.org/officeDocument/2006/relationships" id="272" r:id="R7723582b1dd44f81"/>
    <p:sldId xmlns:r="http://schemas.openxmlformats.org/officeDocument/2006/relationships" id="273" r:id="Rd7c3bc3e4c0d41fd"/>
    <p:sldId xmlns:r="http://schemas.openxmlformats.org/officeDocument/2006/relationships" id="274" r:id="R425031d600164c79"/>
    <p:sldId xmlns:r="http://schemas.openxmlformats.org/officeDocument/2006/relationships" id="275" r:id="R20a66acf268f4915"/>
  </p:sldIdLst>
  <p:sldSz cx="12192000" cy="68580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c8791346ee4c4f01" /><Relationship Type="http://schemas.openxmlformats.org/officeDocument/2006/relationships/slideMaster" Target="/ppt/slideMasters/slideMaster1.xml" Id="R69a7e19c441a4695" /><Relationship Type="http://schemas.openxmlformats.org/officeDocument/2006/relationships/notesMaster" Target="/ppt/notesMasters/notesMaster1.xml" Id="Ref7bfeb1f4a04536" /><Relationship Type="http://schemas.openxmlformats.org/officeDocument/2006/relationships/presProps" Target="/ppt/presProps.xml" Id="Rb292c4a0d0284ab1" /><Relationship Type="http://schemas.openxmlformats.org/officeDocument/2006/relationships/viewProps" Target="/ppt/viewProps.xml" Id="Rf6f1ae3728ac49cb" /><Relationship Type="http://schemas.openxmlformats.org/officeDocument/2006/relationships/tableStyles" Target="/ppt/tableStyles.xml" Id="Raecfd7aa3003445b" /><Relationship Type="http://schemas.openxmlformats.org/officeDocument/2006/relationships/slide" Target="/ppt/slides/slide1.xml" Id="R55678e7a99de42e2" /><Relationship Type="http://schemas.openxmlformats.org/officeDocument/2006/relationships/slide" Target="/ppt/slides/slide2.xml" Id="Ra533dcd7737c4447" /><Relationship Type="http://schemas.openxmlformats.org/officeDocument/2006/relationships/slide" Target="/ppt/slides/slide3.xml" Id="R9efe4d251a7a4860" /><Relationship Type="http://schemas.openxmlformats.org/officeDocument/2006/relationships/slide" Target="/ppt/slides/slide4.xml" Id="R44908f5e131d49f3" /><Relationship Type="http://schemas.openxmlformats.org/officeDocument/2006/relationships/slide" Target="/ppt/slides/slide5.xml" Id="R2ba201fdab9a4702" /><Relationship Type="http://schemas.openxmlformats.org/officeDocument/2006/relationships/slide" Target="/ppt/slides/slide6.xml" Id="Rf893f7a939cf4614" /><Relationship Type="http://schemas.openxmlformats.org/officeDocument/2006/relationships/slide" Target="/ppt/slides/slide7.xml" Id="R0adea3e271264f82" /><Relationship Type="http://schemas.openxmlformats.org/officeDocument/2006/relationships/slide" Target="/ppt/slides/slide8.xml" Id="R01dcbc9987474493" /><Relationship Type="http://schemas.openxmlformats.org/officeDocument/2006/relationships/slide" Target="/ppt/slides/slide9.xml" Id="R3c9e96143b624b38" /><Relationship Type="http://schemas.openxmlformats.org/officeDocument/2006/relationships/slide" Target="/ppt/slides/slide10.xml" Id="R3381baec5cdb450d" /><Relationship Type="http://schemas.openxmlformats.org/officeDocument/2006/relationships/slide" Target="/ppt/slides/slide11.xml" Id="Rf9a7baf4d42f46dc" /><Relationship Type="http://schemas.openxmlformats.org/officeDocument/2006/relationships/slide" Target="/ppt/slides/slide12.xml" Id="Re2bebb2fa48f4945" /><Relationship Type="http://schemas.openxmlformats.org/officeDocument/2006/relationships/slide" Target="/ppt/slides/slide13.xml" Id="R45c2198e391a4a29" /><Relationship Type="http://schemas.openxmlformats.org/officeDocument/2006/relationships/slide" Target="/ppt/slides/slide14.xml" Id="Ra02cb41c8dbc4aef" /><Relationship Type="http://schemas.openxmlformats.org/officeDocument/2006/relationships/slide" Target="/ppt/slides/slide15.xml" Id="Ra5d9d3c3952943d9" /><Relationship Type="http://schemas.openxmlformats.org/officeDocument/2006/relationships/slide" Target="/ppt/slides/slide16.xml" Id="R829ca749377b4c6e" /><Relationship Type="http://schemas.openxmlformats.org/officeDocument/2006/relationships/slide" Target="/ppt/slides/slide17.xml" Id="R7723582b1dd44f81" /><Relationship Type="http://schemas.openxmlformats.org/officeDocument/2006/relationships/slide" Target="/ppt/slides/slide18.xml" Id="Rd7c3bc3e4c0d41fd" /><Relationship Type="http://schemas.openxmlformats.org/officeDocument/2006/relationships/slide" Target="/ppt/slides/slide19.xml" Id="R425031d600164c79" /><Relationship Type="http://schemas.openxmlformats.org/officeDocument/2006/relationships/slide" Target="/ppt/slides/slide20.xml" Id="R20a66acf268f49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2ac1dbc36244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396ed90e354aa2" /><Relationship Type="http://schemas.openxmlformats.org/officeDocument/2006/relationships/notesMaster" Target="/ppt/notesMasters/notesMaster1.xml" Id="R4c59ccc3f85f4e5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ced544cd854ce0" /><Relationship Type="http://schemas.openxmlformats.org/officeDocument/2006/relationships/notesMaster" Target="/ppt/notesMasters/notesMaster1.xml" Id="R4df3f95ec85045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c201dee3e749b9" /><Relationship Type="http://schemas.openxmlformats.org/officeDocument/2006/relationships/notesMaster" Target="/ppt/notesMasters/notesMaster1.xml" Id="Ree1e1ddadf8f4e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724ce89afe4e82" /><Relationship Type="http://schemas.openxmlformats.org/officeDocument/2006/relationships/notesMaster" Target="/ppt/notesMasters/notesMaster1.xml" Id="R3991e631e68845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803b36e4384f36" /><Relationship Type="http://schemas.openxmlformats.org/officeDocument/2006/relationships/notesMaster" Target="/ppt/notesMasters/notesMaster1.xml" Id="R583388a77bed443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6bb22ca4f24143" /><Relationship Type="http://schemas.openxmlformats.org/officeDocument/2006/relationships/notesMaster" Target="/ppt/notesMasters/notesMaster1.xml" Id="R34c030d525eb486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5022d1d2804b43" /><Relationship Type="http://schemas.openxmlformats.org/officeDocument/2006/relationships/notesMaster" Target="/ppt/notesMasters/notesMaster1.xml" Id="Rdd4acbc9e9b5434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e522a191ab41f2" /><Relationship Type="http://schemas.openxmlformats.org/officeDocument/2006/relationships/notesMaster" Target="/ppt/notesMasters/notesMaster1.xml" Id="R8d259e18e7404c83"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9608e5adc24856" /><Relationship Type="http://schemas.openxmlformats.org/officeDocument/2006/relationships/notesMaster" Target="/ppt/notesMasters/notesMaster1.xml" Id="R19526eb3d8034e2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dc55b2213974307" /><Relationship Type="http://schemas.openxmlformats.org/officeDocument/2006/relationships/notesMaster" Target="/ppt/notesMasters/notesMaster1.xml" Id="Rf151a5a78b9f441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03f11e666fe495c" /><Relationship Type="http://schemas.openxmlformats.org/officeDocument/2006/relationships/notesMaster" Target="/ppt/notesMasters/notesMaster1.xml" Id="Rd207e7bb072340d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4a30685482e49c1" /><Relationship Type="http://schemas.openxmlformats.org/officeDocument/2006/relationships/notesMaster" Target="/ppt/notesMasters/notesMaster1.xml" Id="R5afa3f378f3443f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c86957595ab4a7f" /><Relationship Type="http://schemas.openxmlformats.org/officeDocument/2006/relationships/notesMaster" Target="/ppt/notesMasters/notesMaster1.xml" Id="R44c5b60c46e8428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02fadbc545d49ed" /><Relationship Type="http://schemas.openxmlformats.org/officeDocument/2006/relationships/notesMaster" Target="/ppt/notesMasters/notesMaster1.xml" Id="R524796409730441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ab0b6498d4f4011" /><Relationship Type="http://schemas.openxmlformats.org/officeDocument/2006/relationships/notesMaster" Target="/ppt/notesMasters/notesMaster1.xml" Id="R49f8ab3a1b1e48a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992eebf3a8f4470" /><Relationship Type="http://schemas.openxmlformats.org/officeDocument/2006/relationships/notesMaster" Target="/ppt/notesMasters/notesMaster1.xml" Id="R9f8349ac7af4497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c9a7ec17d734613" /><Relationship Type="http://schemas.openxmlformats.org/officeDocument/2006/relationships/notesMaster" Target="/ppt/notesMasters/notesMaster1.xml" Id="Rdc99e14a864b4d6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d020d392d984a77" /><Relationship Type="http://schemas.openxmlformats.org/officeDocument/2006/relationships/notesMaster" Target="/ppt/notesMasters/notesMaster1.xml" Id="R0ec111d022784ff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aa8598fef334d37" /><Relationship Type="http://schemas.openxmlformats.org/officeDocument/2006/relationships/notesMaster" Target="/ppt/notesMasters/notesMaster1.xml" Id="R2270099139064d3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0e95d7d10ec48b1" /><Relationship Type="http://schemas.openxmlformats.org/officeDocument/2006/relationships/notesMaster" Target="/ppt/notesMasters/notesMaster1.xml" Id="Raefe4174260f4f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Slide 1/20. Suggested speaking time: 20 seconds. Cumulative end: 0:20.</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Introduce PRIMA-NEXT as the memory and control runtime around an existing language model. Personal details remain for the team to add.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preparation date: 10 October 2026. 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Detailed companion: C:/PRIMA_next/docs/presentations/PRIMA-NEXT_Phase-3_Review-2_College-Template_Completed.pptx</a:t>
            </a:r>
            <a:endParaRPr/>
          </a:p>
          <a:p xmlns:a="http://schemas.openxmlformats.org/drawingml/2006/main">
            <a:pPr marL="0" lvl="0" indent="0" algn="l">
              <a:lnSpc>
                <a:spcPct val="100000"/>
              </a:lnSpc>
              <a:spcBef>
                <a:spcPts val="0"/>
              </a:spcBef>
              <a:spcAft>
                <a:spcPts val="0"/>
              </a:spcAft>
              <a:buSzPts val="1400"/>
              <a:buNone/>
            </a:pPr>
            <a:r>
              <a:t>Source evidence: C:/PRIMA_next/docs/MENTOR_REVIEW_PHASE3_REVIEW2.md, sections 1.</a:t>
            </a:r>
            <a:endParaRPr/>
          </a:p>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Slide 2/20. Suggested speaking time: 40 seconds. Cumulative end: 1:00.</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unified demo remains a specification. Do not imply it already ran. Distinguish implemented mechanisms, completed tests, saved experiments and proposed work.</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preparation date: 10 October 2026. 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Detailed companion: C:/PRIMA_next/docs/presentations/PRIMA-NEXT_Phase-3_Review-2_College-Template_Completed.pptx</a:t>
            </a:r>
            <a:endParaRPr/>
          </a:p>
          <a:p xmlns:a="http://schemas.openxmlformats.org/drawingml/2006/main">
            <a:pPr marL="0" lvl="0" indent="0" algn="l">
              <a:lnSpc>
                <a:spcPct val="100000"/>
              </a:lnSpc>
              <a:spcBef>
                <a:spcPts val="0"/>
              </a:spcBef>
              <a:spcAft>
                <a:spcPts val="0"/>
              </a:spcAft>
              <a:buSzPts val="1400"/>
              <a:buNone/>
            </a:pPr>
            <a:r>
              <a:t>Source evidence: C:/PRIMA_next/docs/MENTOR_REVIEW_PHASE3_REVIEW2.md, sections 3, 8.</a:t>
            </a:r>
            <a:endParaRPr/>
          </a:p>
          <a:p xmlns:a="http://schemas.openxmlformats.org/drawingml/2006/main">
            <a:pPr marL="0" lvl="0" indent="0" algn="l">
              <a:lnSpc>
                <a:spcPct val="100000"/>
              </a:lnSpc>
              <a:spcBef>
                <a:spcPts val="0"/>
              </a:spcBef>
              <a:spcAft>
                <a:spcPts val="0"/>
              </a:spcAft>
              <a:buSzPts val="1400"/>
              <a:buNone/>
            </a:pPr>
            <a:r>
              <a:t>C:/PRIMA_next/tests/runtime/test_canonical_contract.py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C:/PRIMA_next/tests/affect/test_affect_engine.py</a:t>
            </a:r>
            <a:endParaRPr/>
          </a:p>
          <a:p xmlns:a="http://schemas.openxmlformats.org/drawingml/2006/main">
            <a:pPr marL="0" lvl="0" indent="0" algn="l">
              <a:lnSpc>
                <a:spcPct val="100000"/>
              </a:lnSpc>
              <a:spcBef>
                <a:spcPts val="0"/>
              </a:spcBef>
              <a:spcAft>
                <a:spcPts val="0"/>
              </a:spcAft>
              <a:buSzPts val="1400"/>
              <a:buNone/>
            </a:pPr>
            <a:r>
              <a:t>C:/PRIMA_next/tests/affect/test_history_and_priors.py</a:t>
            </a:r>
            <a:endParaRPr/>
          </a:p>
          <a:p xmlns:a="http://schemas.openxmlformats.org/drawingml/2006/main">
            <a:pPr marL="0" lvl="0" indent="0" algn="l">
              <a:lnSpc>
                <a:spcPct val="100000"/>
              </a:lnSpc>
              <a:spcBef>
                <a:spcPts val="0"/>
              </a:spcBef>
              <a:spcAft>
                <a:spcPts val="0"/>
              </a:spcAft>
              <a:buSzPts val="1400"/>
              <a:buNone/>
            </a:pPr>
            <a:r>
              <a:t>C:/PRIMA_next/tests/memory/test_memory_formation.py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C:/PRIMA_next/tests/memory/test_importance_scoring.py</a:t>
            </a:r>
            <a:endParaRPr/>
          </a:p>
          <a:p xmlns:a="http://schemas.openxmlformats.org/drawingml/2006/main">
            <a:pPr marL="0" lvl="0" indent="0" algn="l">
              <a:lnSpc>
                <a:spcPct val="100000"/>
              </a:lnSpc>
              <a:spcBef>
                <a:spcPts val="0"/>
              </a:spcBef>
              <a:spcAft>
                <a:spcPts val="0"/>
              </a:spcAft>
              <a:buSzPts val="1400"/>
              <a:buNone/>
            </a:pPr>
            <a:r>
              <a:t>C:/PRIMA_next/tests/retrieval/test_phase07_retrieval_alignment.py</a:t>
            </a:r>
            <a:endParaRPr/>
          </a:p>
          <a:p xmlns:a="http://schemas.openxmlformats.org/drawingml/2006/main">
            <a:pPr marL="0" lvl="0" indent="0" algn="l">
              <a:lnSpc>
                <a:spcPct val="100000"/>
              </a:lnSpc>
              <a:spcBef>
                <a:spcPts val="0"/>
              </a:spcBef>
              <a:spcAft>
                <a:spcPts val="0"/>
              </a:spcAft>
              <a:buSzPts val="1400"/>
              <a:buNone/>
            </a:pPr>
            <a:r>
              <a:t>C:/PRIMA_next/tests/retrieval/test_temporal_routing.py</a:t>
            </a:r>
            <a:endParaRPr/>
          </a:p>
          <a:p xmlns:a="http://schemas.openxmlformats.org/drawingml/2006/main">
            <a:pPr marL="0" lvl="0" indent="0" algn="l">
              <a:lnSpc>
                <a:spcPct val="100000"/>
              </a:lnSpc>
              <a:spcBef>
                <a:spcPts val="0"/>
              </a:spcBef>
              <a:spcAft>
                <a:spcPts val="0"/>
              </a:spcAft>
              <a:buSzPts val="1400"/>
              <a:buNone/>
            </a:pPr>
            <a:r>
              <a:t>C:/PRIMA_next/tests/graph/test_graph_phase3.py</a:t>
            </a:r>
            <a:endParaRPr/>
          </a:p>
          <a:p xmlns:a="http://schemas.openxmlformats.org/drawingml/2006/main">
            <a:pPr marL="0" lvl="0" indent="0" algn="l">
              <a:lnSpc>
                <a:spcPct val="100000"/>
              </a:lnSpc>
              <a:spcBef>
                <a:spcPts val="0"/>
              </a:spcBef>
              <a:spcAft>
                <a:spcPts val="0"/>
              </a:spcAft>
              <a:buSzPts val="1400"/>
              <a:buNone/>
            </a:pPr>
            <a:r>
              <a:t>C:/PRIMA_next/tests/evolution/test_evolution_phase4.py</a:t>
            </a:r>
            <a:endParaRPr/>
          </a:p>
          <a:p xmlns:a="http://schemas.openxmlformats.org/drawingml/2006/main">
            <a:pPr marL="0" lvl="0" indent="0" algn="l">
              <a:lnSpc>
                <a:spcPct val="100000"/>
              </a:lnSpc>
              <a:spcBef>
                <a:spcPts val="0"/>
              </a:spcBef>
              <a:spcAft>
                <a:spcPts val="0"/>
              </a:spcAft>
              <a:buSzPts val="1400"/>
              <a:buNone/>
            </a:pPr>
            <a:r>
              <a:t>C:/PRIMA_next/tests/lineage/test_maintenance_phase5.py</a:t>
            </a:r>
            <a:endParaRPr/>
          </a:p>
          <a:p xmlns:a="http://schemas.openxmlformats.org/drawingml/2006/main">
            <a:pPr marL="0" lvl="0" indent="0" algn="l">
              <a:lnSpc>
                <a:spcPct val="100000"/>
              </a:lnSpc>
              <a:spcBef>
                <a:spcPts val="0"/>
              </a:spcBef>
              <a:spcAft>
                <a:spcPts val="0"/>
              </a:spcAft>
              <a:buSzPts val="1400"/>
              <a:buNone/>
            </a:pPr>
            <a:r>
              <a:t>C:/PRIMA_next/tests/reasoning/test_controller.py</a:t>
            </a:r>
            <a:endParaRPr/>
          </a:p>
          <a:p xmlns:a="http://schemas.openxmlformats.org/drawingml/2006/main">
            <a:pPr marL="0" lvl="0" indent="0" algn="l">
              <a:lnSpc>
                <a:spcPct val="100000"/>
              </a:lnSpc>
              <a:spcBef>
                <a:spcPts val="0"/>
              </a:spcBef>
              <a:spcAft>
                <a:spcPts val="0"/>
              </a:spcAft>
              <a:buSzPts val="1400"/>
              <a:buNone/>
            </a:pPr>
            <a:r>
              <a:t>C:/PRIMA_next/tests/reasoning/test_controller_boundaries.py</a:t>
            </a:r>
            <a:endParaRPr/>
          </a:p>
          <a:p xmlns:a="http://schemas.openxmlformats.org/drawingml/2006/main">
            <a:pPr marL="0" lvl="0" indent="0" algn="l">
              <a:lnSpc>
                <a:spcPct val="100000"/>
              </a:lnSpc>
              <a:spcBef>
                <a:spcPts val="0"/>
              </a:spcBef>
              <a:spcAft>
                <a:spcPts val="0"/>
              </a:spcAft>
              <a:buSzPts val="1400"/>
              <a:buNone/>
            </a:pPr>
            <a:r>
              <a:t>C:/PRIMA_next/tests/planning/test_planning_phase2.py</a:t>
            </a:r>
            <a:endParaRPr/>
          </a:p>
          <a:p xmlns:a="http://schemas.openxmlformats.org/drawingml/2006/main">
            <a:pPr marL="0" lvl="0" indent="0" algn="l">
              <a:lnSpc>
                <a:spcPct val="100000"/>
              </a:lnSpc>
              <a:spcBef>
                <a:spcPts val="0"/>
              </a:spcBef>
              <a:spcAft>
                <a:spcPts val="0"/>
              </a:spcAft>
              <a:buSzPts val="1400"/>
              <a:buNone/>
            </a:pPr>
            <a:r>
              <a:t>C:/PRIMA_next/tests/workflow/test_phase05_confidence_branch.py</a:t>
            </a:r>
            <a:endParaRPr/>
          </a:p>
          <a:p xmlns:a="http://schemas.openxmlformats.org/drawingml/2006/main">
            <a:pPr marL="0" lvl="0" indent="0" algn="l">
              <a:lnSpc>
                <a:spcPct val="100000"/>
              </a:lnSpc>
              <a:spcBef>
                <a:spcPts val="0"/>
              </a:spcBef>
              <a:spcAft>
                <a:spcPts val="0"/>
              </a:spcAft>
              <a:buSzPts val="1400"/>
              <a:buNone/>
            </a:pPr>
            <a:r>
              <a:t>C:/PRIMA_next/tests/workflow/test_phase06_correction_loop.py</a:t>
            </a:r>
            <a:endParaRPr/>
          </a:p>
          <a:p xmlns:a="http://schemas.openxmlformats.org/drawingml/2006/main">
            <a:pPr marL="0" lvl="0" indent="0" algn="l">
              <a:lnSpc>
                <a:spcPct val="100000"/>
              </a:lnSpc>
              <a:spcBef>
                <a:spcPts val="0"/>
              </a:spcBef>
              <a:spcAft>
                <a:spcPts val="0"/>
              </a:spcAft>
              <a:buSzPts val="1400"/>
              <a:buNone/>
            </a:pPr>
            <a:r>
              <a:t>C:/PRIMA_next/tests/reflection/test_reflection_pillar.py</a:t>
            </a:r>
            <a:endParaRPr/>
          </a:p>
          <a:p xmlns:a="http://schemas.openxmlformats.org/drawingml/2006/main">
            <a:pPr marL="0" lvl="0" indent="0" algn="l">
              <a:lnSpc>
                <a:spcPct val="100000"/>
              </a:lnSpc>
              <a:spcBef>
                <a:spcPts val="0"/>
              </a:spcBef>
              <a:spcAft>
                <a:spcPts val="0"/>
              </a:spcAft>
              <a:buSzPts val="1400"/>
              <a:buNone/>
            </a:pPr>
            <a:r>
              <a:t>C:/PRIMA_next/tests/test_action_tool_phase5.py</a:t>
            </a:r>
            <a:endParaRPr/>
          </a:p>
          <a:p xmlns:a="http://schemas.openxmlformats.org/drawingml/2006/main">
            <a:pPr marL="0" lvl="0" indent="0" algn="l">
              <a:lnSpc>
                <a:spcPct val="100000"/>
              </a:lnSpc>
              <a:spcBef>
                <a:spcPts val="0"/>
              </a:spcBef>
              <a:spcAft>
                <a:spcPts val="0"/>
              </a:spcAft>
              <a:buSzPts val="1400"/>
              <a:buNone/>
            </a:pPr>
            <a:r>
              <a:t>C:/PRIMA_next/tests/test_llm_structured_output.py</a:t>
            </a:r>
            <a:endParaRPr/>
          </a:p>
          <a:p xmlns:a="http://schemas.openxmlformats.org/drawingml/2006/main">
            <a:pPr marL="0" lvl="0" indent="0" algn="l">
              <a:lnSpc>
                <a:spcPct val="100000"/>
              </a:lnSpc>
              <a:spcBef>
                <a:spcPts val="0"/>
              </a:spcBef>
              <a:spcAft>
                <a:spcPts val="0"/>
              </a:spcAft>
              <a:buSzPts val="1400"/>
              <a:buNone/>
            </a:pPr>
            <a:r>
              <a:t>C:/PRIMA_next/tests/test_answer_prompt_identity.py</a:t>
            </a:r>
            <a:endParaRPr/>
          </a:p>
          <a:p xmlns:a="http://schemas.openxmlformats.org/drawingml/2006/main">
            <a:pPr marL="0" lvl="0" indent="0" algn="l">
              <a:lnSpc>
                <a:spcPct val="100000"/>
              </a:lnSpc>
              <a:spcBef>
                <a:spcPts val="0"/>
              </a:spcBef>
              <a:spcAft>
                <a:spcPts val="0"/>
              </a:spcAft>
              <a:buSzPts val="1400"/>
              <a:buNone/>
            </a:pPr>
            <a:r>
              <a:t>C:/PRIMA_next/tests/integration/test_release_readiness.py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C:/PRIMA_next/tests/benchmarks/test_maintenance_barriers.py</a:t>
            </a:r>
            <a:endParaRPr/>
          </a:p>
          <a:p xmlns:a="http://schemas.openxmlformats.org/drawingml/2006/main">
            <a:pPr marL="0" lvl="0" indent="0" algn="l">
              <a:lnSpc>
                <a:spcPct val="100000"/>
              </a:lnSpc>
              <a:spcBef>
                <a:spcPts val="0"/>
              </a:spcBef>
              <a:spcAft>
                <a:spcPts val="0"/>
              </a:spcAft>
              <a:buSzPts val="1400"/>
              <a:buNone/>
            </a:pPr>
            <a:r>
              <a:t>C:/PRIMA_next/tests/benchmarks/test_campaign.py</a:t>
            </a:r>
            <a:endParaRPr/>
          </a:p>
          <a:p xmlns:a="http://schemas.openxmlformats.org/drawingml/2006/main">
            <a:pPr marL="0" lvl="0" indent="0" algn="l">
              <a:lnSpc>
                <a:spcPct val="100000"/>
              </a:lnSpc>
              <a:spcBef>
                <a:spcPts val="0"/>
              </a:spcBef>
              <a:spcAft>
                <a:spcPts val="0"/>
              </a:spcAft>
              <a:buSzPts val="1400"/>
              <a:buNone/>
            </a:pPr>
            <a:r>
              <a:t>C:/PRIMA_next/tests/benchmarks/test_campaign_comparison_hardening.py</a:t>
            </a:r>
            <a:endParaRPr/>
          </a:p>
          <a:p xmlns:a="http://schemas.openxmlformats.org/drawingml/2006/main">
            <a:pPr marL="0" lvl="0" indent="0" algn="l">
              <a:lnSpc>
                <a:spcPct val="100000"/>
              </a:lnSpc>
              <a:spcBef>
                <a:spcPts val="0"/>
              </a:spcBef>
              <a:spcAft>
                <a:spcPts val="0"/>
              </a:spcAft>
              <a:buSzPts val="1400"/>
              <a:buNone/>
            </a:pPr>
            <a:r>
              <a:t>C:/PRIMA_next/tests/benchmarks/test_kaggle_smoke.py</a:t>
            </a:r>
            <a:endParaRPr/>
          </a:p>
          <a:p xmlns:a="http://schemas.openxmlformats.org/drawingml/2006/main">
            <a:pPr marL="0" lvl="0" indent="0" algn="l">
              <a:lnSpc>
                <a:spcPct val="100000"/>
              </a:lnSpc>
              <a:spcBef>
                <a:spcPts val="0"/>
              </a:spcBef>
              <a:spcAft>
                <a:spcPts val="0"/>
              </a:spcAft>
              <a:buSzPts val="1400"/>
              <a:buNone/>
            </a:pPr>
            <a:r>
              <a:t>C:/PRIMA_next/evaluation/results/memory_quality_comparison.json</a:t>
            </a:r>
            <a:endParaRPr/>
          </a:p>
          <a:p xmlns:a="http://schemas.openxmlformats.org/drawingml/2006/main">
            <a:pPr marL="0" lvl="0" indent="0" algn="l">
              <a:lnSpc>
                <a:spcPct val="100000"/>
              </a:lnSpc>
              <a:spcBef>
                <a:spcPts val="0"/>
              </a:spcBef>
              <a:spcAft>
                <a:spcPts val="0"/>
              </a:spcAft>
              <a:buSzPts val="1400"/>
              <a:buNone/>
            </a:pPr>
            <a:r>
              <a:t>C:/PRIMA_next/evaluation/results/memory_formation_report.json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Slide 3/20. Suggested speaking time: 50 seconds. Cumulative end: 1:50.</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Explain the research question before naming modules. Candidate novelty lies in integrated control and memory lifecycle. Compare against strong simple baselines rather than claiming a new foundation model.</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preparation date: 10 October 2026. 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Detailed companion: C:/PRIMA_next/docs/presentations/PRIMA-NEXT_Phase-3_Review-2_College-Template_Completed.pptx</a:t>
            </a:r>
            <a:endParaRPr/>
          </a:p>
          <a:p xmlns:a="http://schemas.openxmlformats.org/drawingml/2006/main">
            <a:pPr marL="0" lvl="0" indent="0" algn="l">
              <a:lnSpc>
                <a:spcPct val="100000"/>
              </a:lnSpc>
              <a:spcBef>
                <a:spcPts val="0"/>
              </a:spcBef>
              <a:spcAft>
                <a:spcPts val="0"/>
              </a:spcAft>
              <a:buSzPts val="1400"/>
              <a:buNone/>
            </a:pPr>
            <a:r>
              <a:t>Source evidence: C:/PRIMA_next/docs/MENTOR_REVIEW_PHASE3_REVIEW2.md, sections 1.</a:t>
            </a:r>
            <a:endParaRPr/>
          </a:p>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Slide 4/20. Suggested speaking time: 60 seconds. Cumulative end: 2:50.</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Separate the hot request path from background memory work. A planned component is not proof of execution. Explain traces, typed failure and the explicit observation boundary. Mention model-only, long-context history and simple RAG alternatives. Current setup/CI targets Python 3.14, while saved subset experiments used Python 3.10. Installed packages do not prove active backends. Stack: Python, Pydantic, NumPy, ChromaDB, NetworkX, Transformers, Sentence Transformers, Pytest, Ruff and Mypy. The typed modular design improves traceability, with integration complexity and maintenance durability as tradeoffs.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preparation date: 10 October 2026. 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Detailed companion: C:/PRIMA_next/docs/presentations/PRIMA-NEXT_Phase-3_Review-2_College-Template_Completed.pptx</a:t>
            </a:r>
            <a:endParaRPr/>
          </a:p>
          <a:p xmlns:a="http://schemas.openxmlformats.org/drawingml/2006/main">
            <a:pPr marL="0" lvl="0" indent="0" algn="l">
              <a:lnSpc>
                <a:spcPct val="100000"/>
              </a:lnSpc>
              <a:spcBef>
                <a:spcPts val="0"/>
              </a:spcBef>
              <a:spcAft>
                <a:spcPts val="0"/>
              </a:spcAft>
              <a:buSzPts val="1400"/>
              <a:buNone/>
            </a:pPr>
            <a:r>
              <a:t>Source evidence: C:/PRIMA_next/docs/MENTOR_REVIEW_PHASE3_REVIEW2.md, sections 4.</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Slide 5/20. Suggested speaking time: 50 seconds. Cumulative end: 3:40.</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One sample can span multiple requests. A single QA call cannot exercise every route. Caller metadata cannot override trusted route controls or budgets.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preparation date: 10 October 2026. 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Detailed companion: C:/PRIMA_next/docs/presentations/PRIMA-NEXT_Phase-3_Review-2_College-Template_Completed.pptx</a:t>
            </a:r>
            <a:endParaRPr/>
          </a:p>
          <a:p xmlns:a="http://schemas.openxmlformats.org/drawingml/2006/main">
            <a:pPr marL="0" lvl="0" indent="0" algn="l">
              <a:lnSpc>
                <a:spcPct val="100000"/>
              </a:lnSpc>
              <a:spcBef>
                <a:spcPts val="0"/>
              </a:spcBef>
              <a:spcAft>
                <a:spcPts val="0"/>
              </a:spcAft>
              <a:buSzPts val="1400"/>
              <a:buNone/>
            </a:pPr>
            <a:r>
              <a:t>Source evidence: C:/PRIMA_next/docs/MENTOR_REVIEW_PHASE3_REVIEW2.md, sections 4.</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Slide 6/20. Suggested speaking time: 60 seconds. Cumulative end: 4:40.</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five memory types are logical categories. Distinguish persistent storage from test memory. Momentum decay defaults to 0.82. Existing heuristics do not establish psychological validity or downstream QA improvement.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preparation date: 10 October 2026. 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Detailed companion: C:/PRIMA_next/docs/presentations/PRIMA-NEXT_Phase-3_Review-2_College-Template_Completed.pptx</a:t>
            </a:r>
            <a:endParaRPr/>
          </a:p>
          <a:p xmlns:a="http://schemas.openxmlformats.org/drawingml/2006/main">
            <a:pPr marL="0" lvl="0" indent="0" algn="l">
              <a:lnSpc>
                <a:spcPct val="100000"/>
              </a:lnSpc>
              <a:spcBef>
                <a:spcPts val="0"/>
              </a:spcBef>
              <a:spcAft>
                <a:spcPts val="0"/>
              </a:spcAft>
              <a:buSzPts val="1400"/>
              <a:buNone/>
            </a:pPr>
            <a:r>
              <a:t>Source evidence: C:/PRIMA_next/docs/MENTOR_REVIEW_PHASE3_REVIEW2.md, sections 4, 5.</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a:p xmlns:a="http://schemas.openxmlformats.org/drawingml/2006/main">
            <a:pPr marL="0" lvl="0" indent="0" algn="l">
              <a:lnSpc>
                <a:spcPct val="100000"/>
              </a:lnSpc>
              <a:spcBef>
                <a:spcPts val="0"/>
              </a:spcBef>
              <a:spcAft>
                <a:spcPts val="0"/>
              </a:spcAft>
              <a:buSzPts val="1400"/>
              <a:buNone/>
            </a:pPr>
            <a:r>
              <a:t>C:/PRIMA_next/config/retrieval.yaml</a:t>
            </a:r>
            <a:endParaRPr/>
          </a:p>
          <a:p xmlns:a="http://schemas.openxmlformats.org/drawingml/2006/main">
            <a:pPr marL="0" lvl="0" indent="0" algn="l">
              <a:lnSpc>
                <a:spcPct val="100000"/>
              </a:lnSpc>
              <a:spcBef>
                <a:spcPts val="0"/>
              </a:spcBef>
              <a:spcAft>
                <a:spcPts val="0"/>
              </a:spcAft>
              <a:buSzPts val="1400"/>
              <a:buNone/>
            </a:pPr>
            <a:r>
              <a:t>C:/PRIMA_next/memory/maintenance/importance_types.py</a:t>
            </a:r>
            <a:endParaRPr/>
          </a:p>
          <a:p xmlns:a="http://schemas.openxmlformats.org/drawingml/2006/main">
            <a:pPr marL="0" lvl="0" indent="0" algn="l">
              <a:lnSpc>
                <a:spcPct val="100000"/>
              </a:lnSpc>
              <a:spcBef>
                <a:spcPts val="0"/>
              </a:spcBef>
              <a:spcAft>
                <a:spcPts val="0"/>
              </a:spcAft>
              <a:buSzPts val="1400"/>
              <a:buNone/>
            </a:pPr>
            <a:r>
              <a:t>C:/PRIMA_next/config/memory_importance.yaml</a:t>
            </a:r>
            <a:endParaRPr/>
          </a:p>
          <a:p xmlns:a="http://schemas.openxmlformats.org/drawingml/2006/main">
            <a:pPr marL="0" lvl="0" indent="0" algn="l">
              <a:lnSpc>
                <a:spcPct val="100000"/>
              </a:lnSpc>
              <a:spcBef>
                <a:spcPts val="0"/>
              </a:spcBef>
              <a:spcAft>
                <a:spcPts val="0"/>
              </a:spcAft>
              <a:buSzPts val="1400"/>
              <a:buNone/>
            </a:pPr>
            <a:r>
              <a:t>C:/PRIMA_next/affect/affect_evolution.py</a:t>
            </a:r>
            <a:endParaRPr/>
          </a:p>
          <a:p xmlns:a="http://schemas.openxmlformats.org/drawingml/2006/main">
            <a:pPr marL="0" lvl="0" indent="0" algn="l">
              <a:lnSpc>
                <a:spcPct val="100000"/>
              </a:lnSpc>
              <a:spcBef>
                <a:spcPts val="0"/>
              </a:spcBef>
              <a:spcAft>
                <a:spcPts val="0"/>
              </a:spcAft>
              <a:buSzPts val="1400"/>
              <a:buNone/>
            </a:pPr>
            <a:r>
              <a:t>C:/PRIMA_next/affect/pad_model.py</a:t>
            </a:r>
            <a:endParaRPr/>
          </a:p>
          <a:p xmlns:a="http://schemas.openxmlformats.org/drawingml/2006/main">
            <a:pPr marL="0" lvl="0" indent="0" algn="l">
              <a:lnSpc>
                <a:spcPct val="100000"/>
              </a:lnSpc>
              <a:spcBef>
                <a:spcPts val="0"/>
              </a:spcBef>
              <a:spcAft>
                <a:spcPts val="0"/>
              </a:spcAft>
              <a:buSzPts val="1400"/>
              <a:buNone/>
            </a:pPr>
            <a:r>
              <a:t>C:/PRIMA_next/reasoning/config.py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Slide 7/20. Suggested speaking time: 70 seconds. Cumulative end: 5:50.</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top-k and final Recall@5 are different quantities. Graph edges can become stale. The current lexical sufficiency threshold is 0.60 with a narrow contradiction check. Keep evaluator gold outside inference.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preparation date: 10 October 2026. 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Detailed companion: C:/PRIMA_next/docs/presentations/PRIMA-NEXT_Phase-3_Review-2_College-Template_Completed.pptx</a:t>
            </a:r>
            <a:endParaRPr/>
          </a:p>
          <a:p xmlns:a="http://schemas.openxmlformats.org/drawingml/2006/main">
            <a:pPr marL="0" lvl="0" indent="0" algn="l">
              <a:lnSpc>
                <a:spcPct val="100000"/>
              </a:lnSpc>
              <a:spcBef>
                <a:spcPts val="0"/>
              </a:spcBef>
              <a:spcAft>
                <a:spcPts val="0"/>
              </a:spcAft>
              <a:buSzPts val="1400"/>
              <a:buNone/>
            </a:pPr>
            <a:r>
              <a:t>Source evidence: C:/PRIMA_next/docs/MENTOR_REVIEW_PHASE3_REVIEW2.md, sections 4, 5.</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a:p xmlns:a="http://schemas.openxmlformats.org/drawingml/2006/main">
            <a:pPr marL="0" lvl="0" indent="0" algn="l">
              <a:lnSpc>
                <a:spcPct val="100000"/>
              </a:lnSpc>
              <a:spcBef>
                <a:spcPts val="0"/>
              </a:spcBef>
              <a:spcAft>
                <a:spcPts val="0"/>
              </a:spcAft>
              <a:buSzPts val="1400"/>
              <a:buNone/>
            </a:pPr>
            <a:r>
              <a:t>C:/PRIMA_next/config/retrieval.yaml</a:t>
            </a:r>
            <a:endParaRPr/>
          </a:p>
          <a:p xmlns:a="http://schemas.openxmlformats.org/drawingml/2006/main">
            <a:pPr marL="0" lvl="0" indent="0" algn="l">
              <a:lnSpc>
                <a:spcPct val="100000"/>
              </a:lnSpc>
              <a:spcBef>
                <a:spcPts val="0"/>
              </a:spcBef>
              <a:spcAft>
                <a:spcPts val="0"/>
              </a:spcAft>
              <a:buSzPts val="1400"/>
              <a:buNone/>
            </a:pPr>
            <a:r>
              <a:t>C:/PRIMA_next/memory/maintenance/importance_types.py</a:t>
            </a:r>
            <a:endParaRPr/>
          </a:p>
          <a:p xmlns:a="http://schemas.openxmlformats.org/drawingml/2006/main">
            <a:pPr marL="0" lvl="0" indent="0" algn="l">
              <a:lnSpc>
                <a:spcPct val="100000"/>
              </a:lnSpc>
              <a:spcBef>
                <a:spcPts val="0"/>
              </a:spcBef>
              <a:spcAft>
                <a:spcPts val="0"/>
              </a:spcAft>
              <a:buSzPts val="1400"/>
              <a:buNone/>
            </a:pPr>
            <a:r>
              <a:t>C:/PRIMA_next/config/memory_importance.yaml</a:t>
            </a:r>
            <a:endParaRPr/>
          </a:p>
          <a:p xmlns:a="http://schemas.openxmlformats.org/drawingml/2006/main">
            <a:pPr marL="0" lvl="0" indent="0" algn="l">
              <a:lnSpc>
                <a:spcPct val="100000"/>
              </a:lnSpc>
              <a:spcBef>
                <a:spcPts val="0"/>
              </a:spcBef>
              <a:spcAft>
                <a:spcPts val="0"/>
              </a:spcAft>
              <a:buSzPts val="1400"/>
              <a:buNone/>
            </a:pPr>
            <a:r>
              <a:t>C:/PRIMA_next/affect/affect_evolution.py</a:t>
            </a:r>
            <a:endParaRPr/>
          </a:p>
          <a:p xmlns:a="http://schemas.openxmlformats.org/drawingml/2006/main">
            <a:pPr marL="0" lvl="0" indent="0" algn="l">
              <a:lnSpc>
                <a:spcPct val="100000"/>
              </a:lnSpc>
              <a:spcBef>
                <a:spcPts val="0"/>
              </a:spcBef>
              <a:spcAft>
                <a:spcPts val="0"/>
              </a:spcAft>
              <a:buSzPts val="1400"/>
              <a:buNone/>
            </a:pPr>
            <a:r>
              <a:t>C:/PRIMA_next/affect/pad_model.py</a:t>
            </a:r>
            <a:endParaRPr/>
          </a:p>
          <a:p xmlns:a="http://schemas.openxmlformats.org/drawingml/2006/main">
            <a:pPr marL="0" lvl="0" indent="0" algn="l">
              <a:lnSpc>
                <a:spcPct val="100000"/>
              </a:lnSpc>
              <a:spcBef>
                <a:spcPts val="0"/>
              </a:spcBef>
              <a:spcAft>
                <a:spcPts val="0"/>
              </a:spcAft>
              <a:buSzPts val="1400"/>
              <a:buNone/>
            </a:pPr>
            <a:r>
              <a:t>C:/PRIMA_next/reasoning/config.py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Slide 8/20. Suggested speaking time: 60 seconds. Cumulative end: 6:50.</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planner and world model use engineered and symbolic paths. Application policy checks do not establish OS isolation. Awaitable timeouts do not stop synchronous blocking code. State and memory effects are not proven jointly atomic.</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preparation date: 10 October 2026. 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Detailed companion: C:/PRIMA_next/docs/presentations/PRIMA-NEXT_Phase-3_Review-2_College-Template_Completed.pptx</a:t>
            </a:r>
            <a:endParaRPr/>
          </a:p>
          <a:p xmlns:a="http://schemas.openxmlformats.org/drawingml/2006/main">
            <a:pPr marL="0" lvl="0" indent="0" algn="l">
              <a:lnSpc>
                <a:spcPct val="100000"/>
              </a:lnSpc>
              <a:spcBef>
                <a:spcPts val="0"/>
              </a:spcBef>
              <a:spcAft>
                <a:spcPts val="0"/>
              </a:spcAft>
              <a:buSzPts val="1400"/>
              <a:buNone/>
            </a:pPr>
            <a:r>
              <a:t>Source evidence: C:/PRIMA_next/docs/MENTOR_REVIEW_PHASE3_REVIEW2.md, sections 4, 5.</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a:p xmlns:a="http://schemas.openxmlformats.org/drawingml/2006/main">
            <a:pPr marL="0" lvl="0" indent="0" algn="l">
              <a:lnSpc>
                <a:spcPct val="100000"/>
              </a:lnSpc>
              <a:spcBef>
                <a:spcPts val="0"/>
              </a:spcBef>
              <a:spcAft>
                <a:spcPts val="0"/>
              </a:spcAft>
              <a:buSzPts val="1400"/>
              <a:buNone/>
            </a:pPr>
            <a:r>
              <a:t>C:/PRIMA_next/config/retrieval.yaml</a:t>
            </a:r>
            <a:endParaRPr/>
          </a:p>
          <a:p xmlns:a="http://schemas.openxmlformats.org/drawingml/2006/main">
            <a:pPr marL="0" lvl="0" indent="0" algn="l">
              <a:lnSpc>
                <a:spcPct val="100000"/>
              </a:lnSpc>
              <a:spcBef>
                <a:spcPts val="0"/>
              </a:spcBef>
              <a:spcAft>
                <a:spcPts val="0"/>
              </a:spcAft>
              <a:buSzPts val="1400"/>
              <a:buNone/>
            </a:pPr>
            <a:r>
              <a:t>C:/PRIMA_next/memory/maintenance/importance_types.py</a:t>
            </a:r>
            <a:endParaRPr/>
          </a:p>
          <a:p xmlns:a="http://schemas.openxmlformats.org/drawingml/2006/main">
            <a:pPr marL="0" lvl="0" indent="0" algn="l">
              <a:lnSpc>
                <a:spcPct val="100000"/>
              </a:lnSpc>
              <a:spcBef>
                <a:spcPts val="0"/>
              </a:spcBef>
              <a:spcAft>
                <a:spcPts val="0"/>
              </a:spcAft>
              <a:buSzPts val="1400"/>
              <a:buNone/>
            </a:pPr>
            <a:r>
              <a:t>C:/PRIMA_next/config/memory_importance.yaml</a:t>
            </a:r>
            <a:endParaRPr/>
          </a:p>
          <a:p xmlns:a="http://schemas.openxmlformats.org/drawingml/2006/main">
            <a:pPr marL="0" lvl="0" indent="0" algn="l">
              <a:lnSpc>
                <a:spcPct val="100000"/>
              </a:lnSpc>
              <a:spcBef>
                <a:spcPts val="0"/>
              </a:spcBef>
              <a:spcAft>
                <a:spcPts val="0"/>
              </a:spcAft>
              <a:buSzPts val="1400"/>
              <a:buNone/>
            </a:pPr>
            <a:r>
              <a:t>C:/PRIMA_next/affect/affect_evolution.py</a:t>
            </a:r>
            <a:endParaRPr/>
          </a:p>
          <a:p xmlns:a="http://schemas.openxmlformats.org/drawingml/2006/main">
            <a:pPr marL="0" lvl="0" indent="0" algn="l">
              <a:lnSpc>
                <a:spcPct val="100000"/>
              </a:lnSpc>
              <a:spcBef>
                <a:spcPts val="0"/>
              </a:spcBef>
              <a:spcAft>
                <a:spcPts val="0"/>
              </a:spcAft>
              <a:buSzPts val="1400"/>
              <a:buNone/>
            </a:pPr>
            <a:r>
              <a:t>C:/PRIMA_next/affect/pad_model.py</a:t>
            </a:r>
            <a:endParaRPr/>
          </a:p>
          <a:p xmlns:a="http://schemas.openxmlformats.org/drawingml/2006/main">
            <a:pPr marL="0" lvl="0" indent="0" algn="l">
              <a:lnSpc>
                <a:spcPct val="100000"/>
              </a:lnSpc>
              <a:spcBef>
                <a:spcPts val="0"/>
              </a:spcBef>
              <a:spcAft>
                <a:spcPts val="0"/>
              </a:spcAft>
              <a:buSzPts val="1400"/>
              <a:buNone/>
            </a:pPr>
            <a:r>
              <a:t>C:/PRIMA_next/reasoning/config.py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Slide 9/20. Suggested speaking time: 70 seconds. Cumulative end: 8:00.</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fusion, retain original equal-score lists when min-max normalization has a constant range. Distinguish F for fused score from F for the reflection importance term in the table. Walk through the sequence in words.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preparation date: 10 October 2026. 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Detailed companion: C:/PRIMA_next/docs/presentations/PRIMA-NEXT_Phase-3_Review-2_College-Template_Completed.pptx</a:t>
            </a:r>
            <a:endParaRPr/>
          </a:p>
          <a:p xmlns:a="http://schemas.openxmlformats.org/drawingml/2006/main">
            <a:pPr marL="0" lvl="0" indent="0" algn="l">
              <a:lnSpc>
                <a:spcPct val="100000"/>
              </a:lnSpc>
              <a:spcBef>
                <a:spcPts val="0"/>
              </a:spcBef>
              <a:spcAft>
                <a:spcPts val="0"/>
              </a:spcAft>
              <a:buSzPts val="1400"/>
              <a:buNone/>
            </a:pPr>
            <a:r>
              <a:t>Source evidence: C:/PRIMA_next/docs/MENTOR_REVIEW_PHASE3_REVIEW2.md, sections 5.</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C:/PRIMA_next/config/retrieval.yaml</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C:/PRIMA_next/memory/maintenance/importance_types.py</a:t>
            </a:r>
            <a:endParaRPr/>
          </a:p>
          <a:p xmlns:a="http://schemas.openxmlformats.org/drawingml/2006/main">
            <a:pPr marL="0" lvl="0" indent="0" algn="l">
              <a:lnSpc>
                <a:spcPct val="100000"/>
              </a:lnSpc>
              <a:spcBef>
                <a:spcPts val="0"/>
              </a:spcBef>
              <a:spcAft>
                <a:spcPts val="0"/>
              </a:spcAft>
              <a:buSzPts val="1400"/>
              <a:buNone/>
            </a:pPr>
            <a:r>
              <a:t>C:/PRIMA_next/config/memory_importance.yaml</a:t>
            </a:r>
            <a:endParaRPr/>
          </a:p>
          <a:p xmlns:a="http://schemas.openxmlformats.org/drawingml/2006/main">
            <a:pPr marL="0" lvl="0" indent="0" algn="l">
              <a:lnSpc>
                <a:spcPct val="100000"/>
              </a:lnSpc>
              <a:spcBef>
                <a:spcPts val="0"/>
              </a:spcBef>
              <a:spcAft>
                <a:spcPts val="0"/>
              </a:spcAft>
              <a:buSzPts val="1400"/>
              <a:buNone/>
            </a:pPr>
            <a:r>
              <a:t>C:/PRIMA_next/affect/affect_evolution.py</a:t>
            </a:r>
            <a:endParaRPr/>
          </a:p>
          <a:p xmlns:a="http://schemas.openxmlformats.org/drawingml/2006/main">
            <a:pPr marL="0" lvl="0" indent="0" algn="l">
              <a:lnSpc>
                <a:spcPct val="100000"/>
              </a:lnSpc>
              <a:spcBef>
                <a:spcPts val="0"/>
              </a:spcBef>
              <a:spcAft>
                <a:spcPts val="0"/>
              </a:spcAft>
              <a:buSzPts val="1400"/>
              <a:buNone/>
            </a:pPr>
            <a:r>
              <a:t>C:/PRIMA_next/affect/pad_model.py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C:/PRIMA_next/reasoning/config.py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Slide 10/20. Suggested speaking time: 65 seconds. Cumulative end: 9:05.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success measures relevant evidence in the candidate pool. Total seconds cover the saved experiment, not production latency. The numerical metrics agree across JSON/CSV, but backend fingerprints differ. Do not merge this table with other experiment scopes.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preparation date: 10 October 2026. 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Detailed companion: C:/PRIMA_next/docs/presentations/PRIMA-NEXT_Phase-3_Review-2_College-Template_Completed.pptx</a:t>
            </a:r>
            <a:endParaRPr/>
          </a:p>
          <a:p xmlns:a="http://schemas.openxmlformats.org/drawingml/2006/main">
            <a:pPr marL="0" lvl="0" indent="0" algn="l">
              <a:lnSpc>
                <a:spcPct val="100000"/>
              </a:lnSpc>
              <a:spcBef>
                <a:spcPts val="0"/>
              </a:spcBef>
              <a:spcAft>
                <a:spcPts val="0"/>
              </a:spcAft>
              <a:buSzPts val="1400"/>
              <a:buNone/>
            </a:pPr>
            <a:r>
              <a:t>Source evidence: C:/PRIMA_next/docs/MENTOR_REVIEW_PHASE3_REVIEW2.md, sections 4.</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Slide 11/20. Suggested speaking time: 55 seconds. Cumulative end: 10:00.</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More derived structure did not improve this saved subset. Compare within this experiment. The prior table has a different cost scope, so do not use total seconds as a cross-table latency comparison.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preparation date: 10 October 2026. 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Detailed companion: C:/PRIMA_next/docs/presentations/PRIMA-NEXT_Phase-3_Review-2_College-Template_Completed.pptx</a:t>
            </a:r>
            <a:endParaRPr/>
          </a:p>
          <a:p xmlns:a="http://schemas.openxmlformats.org/drawingml/2006/main">
            <a:pPr marL="0" lvl="0" indent="0" algn="l">
              <a:lnSpc>
                <a:spcPct val="100000"/>
              </a:lnSpc>
              <a:spcBef>
                <a:spcPts val="0"/>
              </a:spcBef>
              <a:spcAft>
                <a:spcPts val="0"/>
              </a:spcAft>
              <a:buSzPts val="1400"/>
              <a:buNone/>
            </a:pPr>
            <a:r>
              <a:t>Source evidence: C:/PRIMA_next/docs/MENTOR_REVIEW_PHASE3_REVIEW2.md, sections 4.</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Slide 12/20. Suggested speaking time: 55 seconds. Cumulative end: 10:55.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Commit in the report: 8f54b16. Full campaign completion is not established. HotpotQA and GoEmotions were unmeasured on the reported hardware. Each benchmark needs its own admission and equality gate.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preparation date: 10 October 2026. 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Detailed companion: C:/PRIMA_next/docs/presentations/PRIMA-NEXT_Phase-3_Review-2_College-Template_Completed.pptx</a:t>
            </a:r>
            <a:endParaRPr/>
          </a:p>
          <a:p xmlns:a="http://schemas.openxmlformats.org/drawingml/2006/main">
            <a:pPr marL="0" lvl="0" indent="0" algn="l">
              <a:lnSpc>
                <a:spcPct val="100000"/>
              </a:lnSpc>
              <a:spcBef>
                <a:spcPts val="0"/>
              </a:spcBef>
              <a:spcAft>
                <a:spcPts val="0"/>
              </a:spcAft>
              <a:buSzPts val="1400"/>
              <a:buNone/>
            </a:pPr>
            <a:r>
              <a:t>Source evidence: C:/PRIMA_next/docs/MENTOR_REVIEW_PHASE3_REVIEW2.md, sections 4.</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Slide 13/20. Suggested speaking time: 60 seconds. Cumulative end: 11:55.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demo is proposed, not an already recorded success. Keep wording identical across profiles. The synthetic sample allows reproducible mechanism inspection without exposing personal data.</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preparation date: 10 October 2026. 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Detailed companion: C:/PRIMA_next/docs/presentations/PRIMA-NEXT_Phase-3_Review-2_College-Template_Completed.pptx</a:t>
            </a:r>
            <a:endParaRPr/>
          </a:p>
          <a:p xmlns:a="http://schemas.openxmlformats.org/drawingml/2006/main">
            <a:pPr marL="0" lvl="0" indent="0" algn="l">
              <a:lnSpc>
                <a:spcPct val="100000"/>
              </a:lnSpc>
              <a:spcBef>
                <a:spcPts val="0"/>
              </a:spcBef>
              <a:spcAft>
                <a:spcPts val="0"/>
              </a:spcAft>
              <a:buSzPts val="1400"/>
              <a:buNone/>
            </a:pPr>
            <a:r>
              <a:t>Source evidence: C:/PRIMA_next/docs/MENTOR_REVIEW_PHASE3_REVIEW2.md, sections 7.</a:t>
            </a:r>
            <a:endParaRPr/>
          </a:p>
          <a:p xmlns:a="http://schemas.openxmlformats.org/drawingml/2006/main">
            <a:pPr marL="0" lvl="0" indent="0" algn="l">
              <a:lnSpc>
                <a:spcPct val="100000"/>
              </a:lnSpc>
              <a:spcBef>
                <a:spcPts val="0"/>
              </a:spcBef>
              <a:spcAft>
                <a:spcPts val="0"/>
              </a:spcAft>
              <a:buSzPts val="1400"/>
              <a:buNone/>
            </a:pPr>
            <a:r>
              <a:t>C:/PRIMA_next/tests/integration/test_runtime_pipeline.py</a:t>
            </a:r>
            <a:endParaRPr/>
          </a:p>
          <a:p xmlns:a="http://schemas.openxmlformats.org/drawingml/2006/main">
            <a:pPr marL="0" lvl="0" indent="0" algn="l">
              <a:lnSpc>
                <a:spcPct val="100000"/>
              </a:lnSpc>
              <a:spcBef>
                <a:spcPts val="0"/>
              </a:spcBef>
              <a:spcAft>
                <a:spcPts val="0"/>
              </a:spcAft>
              <a:buSzPts val="1400"/>
              <a:buNone/>
            </a:pPr>
            <a:r>
              <a:t>C:/PRIMA_next/tests/integration/test_release_readiness.py</a:t>
            </a:r>
            <a:endParaRPr/>
          </a:p>
          <a:p xmlns:a="http://schemas.openxmlformats.org/drawingml/2006/main">
            <a:pPr marL="0" lvl="0" indent="0" algn="l">
              <a:lnSpc>
                <a:spcPct val="100000"/>
              </a:lnSpc>
              <a:spcBef>
                <a:spcPts val="0"/>
              </a:spcBef>
              <a:spcAft>
                <a:spcPts val="0"/>
              </a:spcAft>
              <a:buSzPts val="1400"/>
              <a:buNone/>
            </a:pPr>
            <a:r>
              <a:t>C:/PRIMA_next/tests/workflow/test_phase06_correction_loop.py</a:t>
            </a:r>
            <a:endParaRPr/>
          </a:p>
          <a:p xmlns:a="http://schemas.openxmlformats.org/drawingml/2006/main">
            <a:pPr marL="0" lvl="0" indent="0" algn="l">
              <a:lnSpc>
                <a:spcPct val="100000"/>
              </a:lnSpc>
              <a:spcBef>
                <a:spcPts val="0"/>
              </a:spcBef>
              <a:spcAft>
                <a:spcPts val="0"/>
              </a:spcAft>
              <a:buSzPts val="1400"/>
              <a:buNone/>
            </a:pPr>
            <a:r>
              <a:t>C:/PRIMA_next/tests/test_action_tool_phase5.py</a:t>
            </a:r>
            <a:endParaRPr/>
          </a:p>
          <a:p xmlns:a="http://schemas.openxmlformats.org/drawingml/2006/main">
            <a:pPr marL="0" lvl="0" indent="0" algn="l">
              <a:lnSpc>
                <a:spcPct val="100000"/>
              </a:lnSpc>
              <a:spcBef>
                <a:spcPts val="0"/>
              </a:spcBef>
              <a:spcAft>
                <a:spcPts val="0"/>
              </a:spcAft>
              <a:buSzPts val="1400"/>
              <a:buNone/>
            </a:pPr>
            <a:r>
              <a:t>C:/PRIMA_next/tests/benchmarks/test_maintenance_barriers.py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Slide 14/20. Suggested speaking time: 100 seconds. Cumulative end: 13:35.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During rehearsal, assign a terminal or artifact to each row. Allow about 100 seconds here. The live demo should show concise checkpoints, while complete traces remain available for questions. Never use scripted answers as evidence of real-model quality.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preparation date: 10 October 2026. 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Detailed companion: C:/PRIMA_next/docs/presentations/PRIMA-NEXT_Phase-3_Review-2_College-Template_Completed.pptx</a:t>
            </a:r>
            <a:endParaRPr/>
          </a:p>
          <a:p xmlns:a="http://schemas.openxmlformats.org/drawingml/2006/main">
            <a:pPr marL="0" lvl="0" indent="0" algn="l">
              <a:lnSpc>
                <a:spcPct val="100000"/>
              </a:lnSpc>
              <a:spcBef>
                <a:spcPts val="0"/>
              </a:spcBef>
              <a:spcAft>
                <a:spcPts val="0"/>
              </a:spcAft>
              <a:buSzPts val="1400"/>
              <a:buNone/>
            </a:pPr>
            <a:r>
              <a:t>Source evidence: C:/PRIMA_next/docs/MENTOR_REVIEW_PHASE3_REVIEW2.md, sections 7.</a:t>
            </a:r>
            <a:endParaRPr/>
          </a:p>
          <a:p xmlns:a="http://schemas.openxmlformats.org/drawingml/2006/main">
            <a:pPr marL="0" lvl="0" indent="0" algn="l">
              <a:lnSpc>
                <a:spcPct val="100000"/>
              </a:lnSpc>
              <a:spcBef>
                <a:spcPts val="0"/>
              </a:spcBef>
              <a:spcAft>
                <a:spcPts val="0"/>
              </a:spcAft>
              <a:buSzPts val="1400"/>
              <a:buNone/>
            </a:pPr>
            <a:r>
              <a:t>C:/PRIMA_next/tests/integration/test_runtime_pipeline.py</a:t>
            </a:r>
            <a:endParaRPr/>
          </a:p>
          <a:p xmlns:a="http://schemas.openxmlformats.org/drawingml/2006/main">
            <a:pPr marL="0" lvl="0" indent="0" algn="l">
              <a:lnSpc>
                <a:spcPct val="100000"/>
              </a:lnSpc>
              <a:spcBef>
                <a:spcPts val="0"/>
              </a:spcBef>
              <a:spcAft>
                <a:spcPts val="0"/>
              </a:spcAft>
              <a:buSzPts val="1400"/>
              <a:buNone/>
            </a:pPr>
            <a:r>
              <a:t>C:/PRIMA_next/tests/integration/test_release_readiness.py</a:t>
            </a:r>
            <a:endParaRPr/>
          </a:p>
          <a:p xmlns:a="http://schemas.openxmlformats.org/drawingml/2006/main">
            <a:pPr marL="0" lvl="0" indent="0" algn="l">
              <a:lnSpc>
                <a:spcPct val="100000"/>
              </a:lnSpc>
              <a:spcBef>
                <a:spcPts val="0"/>
              </a:spcBef>
              <a:spcAft>
                <a:spcPts val="0"/>
              </a:spcAft>
              <a:buSzPts val="1400"/>
              <a:buNone/>
            </a:pPr>
            <a:r>
              <a:t>C:/PRIMA_next/tests/workflow/test_phase06_correction_loop.py</a:t>
            </a:r>
            <a:endParaRPr/>
          </a:p>
          <a:p xmlns:a="http://schemas.openxmlformats.org/drawingml/2006/main">
            <a:pPr marL="0" lvl="0" indent="0" algn="l">
              <a:lnSpc>
                <a:spcPct val="100000"/>
              </a:lnSpc>
              <a:spcBef>
                <a:spcPts val="0"/>
              </a:spcBef>
              <a:spcAft>
                <a:spcPts val="0"/>
              </a:spcAft>
              <a:buSzPts val="1400"/>
              <a:buNone/>
            </a:pPr>
            <a:r>
              <a:t>C:/PRIMA_next/tests/test_action_tool_phase5.py</a:t>
            </a:r>
            <a:endParaRPr/>
          </a:p>
          <a:p xmlns:a="http://schemas.openxmlformats.org/drawingml/2006/main">
            <a:pPr marL="0" lvl="0" indent="0" algn="l">
              <a:lnSpc>
                <a:spcPct val="100000"/>
              </a:lnSpc>
              <a:spcBef>
                <a:spcPts val="0"/>
              </a:spcBef>
              <a:spcAft>
                <a:spcPts val="0"/>
              </a:spcAft>
              <a:buSzPts val="1400"/>
              <a:buNone/>
            </a:pPr>
            <a:r>
              <a:t>C:/PRIMA_next/tests/benchmarks/test_maintenance_barriers.py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Slide 15/20. Suggested speaking time: 60 seconds. Cumulative end: 14:35.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Profiles alone are not single-component ablations. Freeze settings after development tuning. Report abstentions and failures, not only successful answers. No measured three-way demonstration comparison is available yet.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preparation date: 10 October 2026. 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Detailed companion: C:/PRIMA_next/docs/presentations/PRIMA-NEXT_Phase-3_Review-2_College-Template_Completed.pptx</a:t>
            </a:r>
            <a:endParaRPr/>
          </a:p>
          <a:p xmlns:a="http://schemas.openxmlformats.org/drawingml/2006/main">
            <a:pPr marL="0" lvl="0" indent="0" algn="l">
              <a:lnSpc>
                <a:spcPct val="100000"/>
              </a:lnSpc>
              <a:spcBef>
                <a:spcPts val="0"/>
              </a:spcBef>
              <a:spcAft>
                <a:spcPts val="0"/>
              </a:spcAft>
              <a:buSzPts val="1400"/>
              <a:buNone/>
            </a:pPr>
            <a:r>
              <a:t>Source evidence: C:/PRIMA_next/docs/MENTOR_REVIEW_PHASE3_REVIEW2.md, sections 7, 8.</a:t>
            </a:r>
            <a:endParaRPr/>
          </a:p>
          <a:p xmlns:a="http://schemas.openxmlformats.org/drawingml/2006/main">
            <a:pPr marL="0" lvl="0" indent="0" algn="l">
              <a:lnSpc>
                <a:spcPct val="100000"/>
              </a:lnSpc>
              <a:spcBef>
                <a:spcPts val="0"/>
              </a:spcBef>
              <a:spcAft>
                <a:spcPts val="0"/>
              </a:spcAft>
              <a:buSzPts val="1400"/>
              <a:buNone/>
            </a:pPr>
            <a:r>
              <a:t>C:/PRIMA_next/tests/integration/test_runtime_pipeline.py</a:t>
            </a:r>
            <a:endParaRPr/>
          </a:p>
          <a:p xmlns:a="http://schemas.openxmlformats.org/drawingml/2006/main">
            <a:pPr marL="0" lvl="0" indent="0" algn="l">
              <a:lnSpc>
                <a:spcPct val="100000"/>
              </a:lnSpc>
              <a:spcBef>
                <a:spcPts val="0"/>
              </a:spcBef>
              <a:spcAft>
                <a:spcPts val="0"/>
              </a:spcAft>
              <a:buSzPts val="1400"/>
              <a:buNone/>
            </a:pPr>
            <a:r>
              <a:t>C:/PRIMA_next/tests/integration/test_release_readiness.py</a:t>
            </a:r>
            <a:endParaRPr/>
          </a:p>
          <a:p xmlns:a="http://schemas.openxmlformats.org/drawingml/2006/main">
            <a:pPr marL="0" lvl="0" indent="0" algn="l">
              <a:lnSpc>
                <a:spcPct val="100000"/>
              </a:lnSpc>
              <a:spcBef>
                <a:spcPts val="0"/>
              </a:spcBef>
              <a:spcAft>
                <a:spcPts val="0"/>
              </a:spcAft>
              <a:buSzPts val="1400"/>
              <a:buNone/>
            </a:pPr>
            <a:r>
              <a:t>C:/PRIMA_next/tests/workflow/test_phase06_correction_loop.py</a:t>
            </a:r>
            <a:endParaRPr/>
          </a:p>
          <a:p xmlns:a="http://schemas.openxmlformats.org/drawingml/2006/main">
            <a:pPr marL="0" lvl="0" indent="0" algn="l">
              <a:lnSpc>
                <a:spcPct val="100000"/>
              </a:lnSpc>
              <a:spcBef>
                <a:spcPts val="0"/>
              </a:spcBef>
              <a:spcAft>
                <a:spcPts val="0"/>
              </a:spcAft>
              <a:buSzPts val="1400"/>
              <a:buNone/>
            </a:pPr>
            <a:r>
              <a:t>C:/PRIMA_next/tests/test_action_tool_phase5.py</a:t>
            </a:r>
            <a:endParaRPr/>
          </a:p>
          <a:p xmlns:a="http://schemas.openxmlformats.org/drawingml/2006/main">
            <a:pPr marL="0" lvl="0" indent="0" algn="l">
              <a:lnSpc>
                <a:spcPct val="100000"/>
              </a:lnSpc>
              <a:spcBef>
                <a:spcPts val="0"/>
              </a:spcBef>
              <a:spcAft>
                <a:spcPts val="0"/>
              </a:spcAft>
              <a:buSzPts val="1400"/>
              <a:buNone/>
            </a:pPr>
            <a:r>
              <a:t>C:/PRIMA_next/tests/benchmarks/test_maintenance_barriers.py</a:t>
            </a:r>
            <a:endParaRPr/>
          </a:p>
          <a:p xmlns:a="http://schemas.openxmlformats.org/drawingml/2006/main">
            <a:pPr marL="0" lvl="0" indent="0" algn="l">
              <a:lnSpc>
                <a:spcPct val="100000"/>
              </a:lnSpc>
              <a:spcBef>
                <a:spcPts val="0"/>
              </a:spcBef>
              <a:spcAft>
                <a:spcPts val="0"/>
              </a:spcAft>
              <a:buSzPts val="1400"/>
              <a:buNone/>
            </a:pPr>
            <a:r>
              <a:t>C:/PRIMA_next/tests/runtime/test_canonical_contract.py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C:/PRIMA_next/tests/affect/test_affect_engine.py</a:t>
            </a:r>
            <a:endParaRPr/>
          </a:p>
          <a:p xmlns:a="http://schemas.openxmlformats.org/drawingml/2006/main">
            <a:pPr marL="0" lvl="0" indent="0" algn="l">
              <a:lnSpc>
                <a:spcPct val="100000"/>
              </a:lnSpc>
              <a:spcBef>
                <a:spcPts val="0"/>
              </a:spcBef>
              <a:spcAft>
                <a:spcPts val="0"/>
              </a:spcAft>
              <a:buSzPts val="1400"/>
              <a:buNone/>
            </a:pPr>
            <a:r>
              <a:t>C:/PRIMA_next/tests/affect/test_history_and_priors.py</a:t>
            </a:r>
            <a:endParaRPr/>
          </a:p>
          <a:p xmlns:a="http://schemas.openxmlformats.org/drawingml/2006/main">
            <a:pPr marL="0" lvl="0" indent="0" algn="l">
              <a:lnSpc>
                <a:spcPct val="100000"/>
              </a:lnSpc>
              <a:spcBef>
                <a:spcPts val="0"/>
              </a:spcBef>
              <a:spcAft>
                <a:spcPts val="0"/>
              </a:spcAft>
              <a:buSzPts val="1400"/>
              <a:buNone/>
            </a:pPr>
            <a:r>
              <a:t>C:/PRIMA_next/tests/memory/test_memory_formation.py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C:/PRIMA_next/tests/memory/test_importance_scoring.py</a:t>
            </a:r>
            <a:endParaRPr/>
          </a:p>
          <a:p xmlns:a="http://schemas.openxmlformats.org/drawingml/2006/main">
            <a:pPr marL="0" lvl="0" indent="0" algn="l">
              <a:lnSpc>
                <a:spcPct val="100000"/>
              </a:lnSpc>
              <a:spcBef>
                <a:spcPts val="0"/>
              </a:spcBef>
              <a:spcAft>
                <a:spcPts val="0"/>
              </a:spcAft>
              <a:buSzPts val="1400"/>
              <a:buNone/>
            </a:pPr>
            <a:r>
              <a:t>C:/PRIMA_next/tests/retrieval/test_phase07_retrieval_alignment.py</a:t>
            </a:r>
            <a:endParaRPr/>
          </a:p>
          <a:p xmlns:a="http://schemas.openxmlformats.org/drawingml/2006/main">
            <a:pPr marL="0" lvl="0" indent="0" algn="l">
              <a:lnSpc>
                <a:spcPct val="100000"/>
              </a:lnSpc>
              <a:spcBef>
                <a:spcPts val="0"/>
              </a:spcBef>
              <a:spcAft>
                <a:spcPts val="0"/>
              </a:spcAft>
              <a:buSzPts val="1400"/>
              <a:buNone/>
            </a:pPr>
            <a:r>
              <a:t>C:/PRIMA_next/tests/retrieval/test_temporal_routing.py</a:t>
            </a:r>
            <a:endParaRPr/>
          </a:p>
          <a:p xmlns:a="http://schemas.openxmlformats.org/drawingml/2006/main">
            <a:pPr marL="0" lvl="0" indent="0" algn="l">
              <a:lnSpc>
                <a:spcPct val="100000"/>
              </a:lnSpc>
              <a:spcBef>
                <a:spcPts val="0"/>
              </a:spcBef>
              <a:spcAft>
                <a:spcPts val="0"/>
              </a:spcAft>
              <a:buSzPts val="1400"/>
              <a:buNone/>
            </a:pPr>
            <a:r>
              <a:t>C:/PRIMA_next/tests/graph/test_graph_phase3.py</a:t>
            </a:r>
            <a:endParaRPr/>
          </a:p>
          <a:p xmlns:a="http://schemas.openxmlformats.org/drawingml/2006/main">
            <a:pPr marL="0" lvl="0" indent="0" algn="l">
              <a:lnSpc>
                <a:spcPct val="100000"/>
              </a:lnSpc>
              <a:spcBef>
                <a:spcPts val="0"/>
              </a:spcBef>
              <a:spcAft>
                <a:spcPts val="0"/>
              </a:spcAft>
              <a:buSzPts val="1400"/>
              <a:buNone/>
            </a:pPr>
            <a:r>
              <a:t>C:/PRIMA_next/tests/evolution/test_evolution_phase4.py</a:t>
            </a:r>
            <a:endParaRPr/>
          </a:p>
          <a:p xmlns:a="http://schemas.openxmlformats.org/drawingml/2006/main">
            <a:pPr marL="0" lvl="0" indent="0" algn="l">
              <a:lnSpc>
                <a:spcPct val="100000"/>
              </a:lnSpc>
              <a:spcBef>
                <a:spcPts val="0"/>
              </a:spcBef>
              <a:spcAft>
                <a:spcPts val="0"/>
              </a:spcAft>
              <a:buSzPts val="1400"/>
              <a:buNone/>
            </a:pPr>
            <a:r>
              <a:t>C:/PRIMA_next/tests/lineage/test_maintenance_phase5.py</a:t>
            </a:r>
            <a:endParaRPr/>
          </a:p>
          <a:p xmlns:a="http://schemas.openxmlformats.org/drawingml/2006/main">
            <a:pPr marL="0" lvl="0" indent="0" algn="l">
              <a:lnSpc>
                <a:spcPct val="100000"/>
              </a:lnSpc>
              <a:spcBef>
                <a:spcPts val="0"/>
              </a:spcBef>
              <a:spcAft>
                <a:spcPts val="0"/>
              </a:spcAft>
              <a:buSzPts val="1400"/>
              <a:buNone/>
            </a:pPr>
            <a:r>
              <a:t>C:/PRIMA_next/tests/reasoning/test_controller.py</a:t>
            </a:r>
            <a:endParaRPr/>
          </a:p>
          <a:p xmlns:a="http://schemas.openxmlformats.org/drawingml/2006/main">
            <a:pPr marL="0" lvl="0" indent="0" algn="l">
              <a:lnSpc>
                <a:spcPct val="100000"/>
              </a:lnSpc>
              <a:spcBef>
                <a:spcPts val="0"/>
              </a:spcBef>
              <a:spcAft>
                <a:spcPts val="0"/>
              </a:spcAft>
              <a:buSzPts val="1400"/>
              <a:buNone/>
            </a:pPr>
            <a:r>
              <a:t>C:/PRIMA_next/tests/reasoning/test_controller_boundaries.py</a:t>
            </a:r>
            <a:endParaRPr/>
          </a:p>
          <a:p xmlns:a="http://schemas.openxmlformats.org/drawingml/2006/main">
            <a:pPr marL="0" lvl="0" indent="0" algn="l">
              <a:lnSpc>
                <a:spcPct val="100000"/>
              </a:lnSpc>
              <a:spcBef>
                <a:spcPts val="0"/>
              </a:spcBef>
              <a:spcAft>
                <a:spcPts val="0"/>
              </a:spcAft>
              <a:buSzPts val="1400"/>
              <a:buNone/>
            </a:pPr>
            <a:r>
              <a:t>C:/PRIMA_next/tests/planning/test_planning_phase2.py</a:t>
            </a:r>
            <a:endParaRPr/>
          </a:p>
          <a:p xmlns:a="http://schemas.openxmlformats.org/drawingml/2006/main">
            <a:pPr marL="0" lvl="0" indent="0" algn="l">
              <a:lnSpc>
                <a:spcPct val="100000"/>
              </a:lnSpc>
              <a:spcBef>
                <a:spcPts val="0"/>
              </a:spcBef>
              <a:spcAft>
                <a:spcPts val="0"/>
              </a:spcAft>
              <a:buSzPts val="1400"/>
              <a:buNone/>
            </a:pPr>
            <a:r>
              <a:t>C:/PRIMA_next/tests/workflow/test_phase05_confidence_branch.py</a:t>
            </a:r>
            <a:endParaRPr/>
          </a:p>
          <a:p xmlns:a="http://schemas.openxmlformats.org/drawingml/2006/main">
            <a:pPr marL="0" lvl="0" indent="0" algn="l">
              <a:lnSpc>
                <a:spcPct val="100000"/>
              </a:lnSpc>
              <a:spcBef>
                <a:spcPts val="0"/>
              </a:spcBef>
              <a:spcAft>
                <a:spcPts val="0"/>
              </a:spcAft>
              <a:buSzPts val="1400"/>
              <a:buNone/>
            </a:pPr>
            <a:r>
              <a:t>C:/PRIMA_next/tests/reflection/test_reflection_pillar.py</a:t>
            </a:r>
            <a:endParaRPr/>
          </a:p>
          <a:p xmlns:a="http://schemas.openxmlformats.org/drawingml/2006/main">
            <a:pPr marL="0" lvl="0" indent="0" algn="l">
              <a:lnSpc>
                <a:spcPct val="100000"/>
              </a:lnSpc>
              <a:spcBef>
                <a:spcPts val="0"/>
              </a:spcBef>
              <a:spcAft>
                <a:spcPts val="0"/>
              </a:spcAft>
              <a:buSzPts val="1400"/>
              <a:buNone/>
            </a:pPr>
            <a:r>
              <a:t>C:/PRIMA_next/tests/test_llm_structured_output.py</a:t>
            </a:r>
            <a:endParaRPr/>
          </a:p>
          <a:p xmlns:a="http://schemas.openxmlformats.org/drawingml/2006/main">
            <a:pPr marL="0" lvl="0" indent="0" algn="l">
              <a:lnSpc>
                <a:spcPct val="100000"/>
              </a:lnSpc>
              <a:spcBef>
                <a:spcPts val="0"/>
              </a:spcBef>
              <a:spcAft>
                <a:spcPts val="0"/>
              </a:spcAft>
              <a:buSzPts val="1400"/>
              <a:buNone/>
            </a:pPr>
            <a:r>
              <a:t>C:/PRIMA_next/tests/test_answer_prompt_identity.py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C:/PRIMA_next/tests/benchmarks/test_campaign.py</a:t>
            </a:r>
            <a:endParaRPr/>
          </a:p>
          <a:p xmlns:a="http://schemas.openxmlformats.org/drawingml/2006/main">
            <a:pPr marL="0" lvl="0" indent="0" algn="l">
              <a:lnSpc>
                <a:spcPct val="100000"/>
              </a:lnSpc>
              <a:spcBef>
                <a:spcPts val="0"/>
              </a:spcBef>
              <a:spcAft>
                <a:spcPts val="0"/>
              </a:spcAft>
              <a:buSzPts val="1400"/>
              <a:buNone/>
            </a:pPr>
            <a:r>
              <a:t>C:/PRIMA_next/tests/benchmarks/test_campaign_comparison_hardening.py</a:t>
            </a:r>
            <a:endParaRPr/>
          </a:p>
          <a:p xmlns:a="http://schemas.openxmlformats.org/drawingml/2006/main">
            <a:pPr marL="0" lvl="0" indent="0" algn="l">
              <a:lnSpc>
                <a:spcPct val="100000"/>
              </a:lnSpc>
              <a:spcBef>
                <a:spcPts val="0"/>
              </a:spcBef>
              <a:spcAft>
                <a:spcPts val="0"/>
              </a:spcAft>
              <a:buSzPts val="1400"/>
              <a:buNone/>
            </a:pPr>
            <a:r>
              <a:t>C:/PRIMA_next/tests/benchmarks/test_kaggle_smoke.py</a:t>
            </a:r>
            <a:endParaRPr/>
          </a:p>
          <a:p xmlns:a="http://schemas.openxmlformats.org/drawingml/2006/main">
            <a:pPr marL="0" lvl="0" indent="0" algn="l">
              <a:lnSpc>
                <a:spcPct val="100000"/>
              </a:lnSpc>
              <a:spcBef>
                <a:spcPts val="0"/>
              </a:spcBef>
              <a:spcAft>
                <a:spcPts val="0"/>
              </a:spcAft>
              <a:buSzPts val="1400"/>
              <a:buNone/>
            </a:pPr>
            <a:r>
              <a:t>C:/PRIMA_next/evaluation/results/memory_quality_comparison.json</a:t>
            </a:r>
            <a:endParaRPr/>
          </a:p>
          <a:p xmlns:a="http://schemas.openxmlformats.org/drawingml/2006/main">
            <a:pPr marL="0" lvl="0" indent="0" algn="l">
              <a:lnSpc>
                <a:spcPct val="100000"/>
              </a:lnSpc>
              <a:spcBef>
                <a:spcPts val="0"/>
              </a:spcBef>
              <a:spcAft>
                <a:spcPts val="0"/>
              </a:spcAft>
              <a:buSzPts val="1400"/>
              <a:buNone/>
            </a:pPr>
            <a:r>
              <a:t>C:/PRIMA_next/evaluation/results/memory_formation_report.json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Slide 16/20. Suggested speaking time: 70 seconds. Cumulative end: 15:45.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Historical Windows asyncio stalls remain a limitation. The interrupted selected run showed progress dots but no final summary or fresh stack trace. Historical CI/lint/type/security results remain dated. Explain test success as scoped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preparation date: 10 October 2026. 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Detailed companion: C:/PRIMA_next/docs/presentations/PRIMA-NEXT_Phase-3_Review-2_College-Template_Completed.pptx</a:t>
            </a:r>
            <a:endParaRPr/>
          </a:p>
          <a:p xmlns:a="http://schemas.openxmlformats.org/drawingml/2006/main">
            <a:pPr marL="0" lvl="0" indent="0" algn="l">
              <a:lnSpc>
                <a:spcPct val="100000"/>
              </a:lnSpc>
              <a:spcBef>
                <a:spcPts val="0"/>
              </a:spcBef>
              <a:spcAft>
                <a:spcPts val="0"/>
              </a:spcAft>
              <a:buSzPts val="1400"/>
              <a:buNone/>
            </a:pPr>
            <a:r>
              <a:t>Source evidence: C:/PRIMA_next/docs/MENTOR_REVIEW_PHASE3_REVIEW2.md, sections 8.</a:t>
            </a:r>
            <a:endParaRPr/>
          </a:p>
          <a:p xmlns:a="http://schemas.openxmlformats.org/drawingml/2006/main">
            <a:pPr marL="0" lvl="0" indent="0" algn="l">
              <a:lnSpc>
                <a:spcPct val="100000"/>
              </a:lnSpc>
              <a:spcBef>
                <a:spcPts val="0"/>
              </a:spcBef>
              <a:spcAft>
                <a:spcPts val="0"/>
              </a:spcAft>
              <a:buSzPts val="1400"/>
              <a:buNone/>
            </a:pPr>
            <a:r>
              <a:t>C:/PRIMA_next/tests/runtime/test_canonical_contract.py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C:/PRIMA_next/tests/affect/test_affect_engine.py</a:t>
            </a:r>
            <a:endParaRPr/>
          </a:p>
          <a:p xmlns:a="http://schemas.openxmlformats.org/drawingml/2006/main">
            <a:pPr marL="0" lvl="0" indent="0" algn="l">
              <a:lnSpc>
                <a:spcPct val="100000"/>
              </a:lnSpc>
              <a:spcBef>
                <a:spcPts val="0"/>
              </a:spcBef>
              <a:spcAft>
                <a:spcPts val="0"/>
              </a:spcAft>
              <a:buSzPts val="1400"/>
              <a:buNone/>
            </a:pPr>
            <a:r>
              <a:t>C:/PRIMA_next/tests/affect/test_history_and_priors.py</a:t>
            </a:r>
            <a:endParaRPr/>
          </a:p>
          <a:p xmlns:a="http://schemas.openxmlformats.org/drawingml/2006/main">
            <a:pPr marL="0" lvl="0" indent="0" algn="l">
              <a:lnSpc>
                <a:spcPct val="100000"/>
              </a:lnSpc>
              <a:spcBef>
                <a:spcPts val="0"/>
              </a:spcBef>
              <a:spcAft>
                <a:spcPts val="0"/>
              </a:spcAft>
              <a:buSzPts val="1400"/>
              <a:buNone/>
            </a:pPr>
            <a:r>
              <a:t>C:/PRIMA_next/tests/memory/test_memory_formation.py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C:/PRIMA_next/tests/memory/test_importance_scoring.py</a:t>
            </a:r>
            <a:endParaRPr/>
          </a:p>
          <a:p xmlns:a="http://schemas.openxmlformats.org/drawingml/2006/main">
            <a:pPr marL="0" lvl="0" indent="0" algn="l">
              <a:lnSpc>
                <a:spcPct val="100000"/>
              </a:lnSpc>
              <a:spcBef>
                <a:spcPts val="0"/>
              </a:spcBef>
              <a:spcAft>
                <a:spcPts val="0"/>
              </a:spcAft>
              <a:buSzPts val="1400"/>
              <a:buNone/>
            </a:pPr>
            <a:r>
              <a:t>C:/PRIMA_next/tests/retrieval/test_phase07_retrieval_alignment.py</a:t>
            </a:r>
            <a:endParaRPr/>
          </a:p>
          <a:p xmlns:a="http://schemas.openxmlformats.org/drawingml/2006/main">
            <a:pPr marL="0" lvl="0" indent="0" algn="l">
              <a:lnSpc>
                <a:spcPct val="100000"/>
              </a:lnSpc>
              <a:spcBef>
                <a:spcPts val="0"/>
              </a:spcBef>
              <a:spcAft>
                <a:spcPts val="0"/>
              </a:spcAft>
              <a:buSzPts val="1400"/>
              <a:buNone/>
            </a:pPr>
            <a:r>
              <a:t>C:/PRIMA_next/tests/retrieval/test_temporal_routing.py</a:t>
            </a:r>
            <a:endParaRPr/>
          </a:p>
          <a:p xmlns:a="http://schemas.openxmlformats.org/drawingml/2006/main">
            <a:pPr marL="0" lvl="0" indent="0" algn="l">
              <a:lnSpc>
                <a:spcPct val="100000"/>
              </a:lnSpc>
              <a:spcBef>
                <a:spcPts val="0"/>
              </a:spcBef>
              <a:spcAft>
                <a:spcPts val="0"/>
              </a:spcAft>
              <a:buSzPts val="1400"/>
              <a:buNone/>
            </a:pPr>
            <a:r>
              <a:t>C:/PRIMA_next/tests/graph/test_graph_phase3.py</a:t>
            </a:r>
            <a:endParaRPr/>
          </a:p>
          <a:p xmlns:a="http://schemas.openxmlformats.org/drawingml/2006/main">
            <a:pPr marL="0" lvl="0" indent="0" algn="l">
              <a:lnSpc>
                <a:spcPct val="100000"/>
              </a:lnSpc>
              <a:spcBef>
                <a:spcPts val="0"/>
              </a:spcBef>
              <a:spcAft>
                <a:spcPts val="0"/>
              </a:spcAft>
              <a:buSzPts val="1400"/>
              <a:buNone/>
            </a:pPr>
            <a:r>
              <a:t>C:/PRIMA_next/tests/evolution/test_evolution_phase4.py</a:t>
            </a:r>
            <a:endParaRPr/>
          </a:p>
          <a:p xmlns:a="http://schemas.openxmlformats.org/drawingml/2006/main">
            <a:pPr marL="0" lvl="0" indent="0" algn="l">
              <a:lnSpc>
                <a:spcPct val="100000"/>
              </a:lnSpc>
              <a:spcBef>
                <a:spcPts val="0"/>
              </a:spcBef>
              <a:spcAft>
                <a:spcPts val="0"/>
              </a:spcAft>
              <a:buSzPts val="1400"/>
              <a:buNone/>
            </a:pPr>
            <a:r>
              <a:t>C:/PRIMA_next/tests/lineage/test_maintenance_phase5.py</a:t>
            </a:r>
            <a:endParaRPr/>
          </a:p>
          <a:p xmlns:a="http://schemas.openxmlformats.org/drawingml/2006/main">
            <a:pPr marL="0" lvl="0" indent="0" algn="l">
              <a:lnSpc>
                <a:spcPct val="100000"/>
              </a:lnSpc>
              <a:spcBef>
                <a:spcPts val="0"/>
              </a:spcBef>
              <a:spcAft>
                <a:spcPts val="0"/>
              </a:spcAft>
              <a:buSzPts val="1400"/>
              <a:buNone/>
            </a:pPr>
            <a:r>
              <a:t>C:/PRIMA_next/tests/reasoning/test_controller.py</a:t>
            </a:r>
            <a:endParaRPr/>
          </a:p>
          <a:p xmlns:a="http://schemas.openxmlformats.org/drawingml/2006/main">
            <a:pPr marL="0" lvl="0" indent="0" algn="l">
              <a:lnSpc>
                <a:spcPct val="100000"/>
              </a:lnSpc>
              <a:spcBef>
                <a:spcPts val="0"/>
              </a:spcBef>
              <a:spcAft>
                <a:spcPts val="0"/>
              </a:spcAft>
              <a:buSzPts val="1400"/>
              <a:buNone/>
            </a:pPr>
            <a:r>
              <a:t>C:/PRIMA_next/tests/reasoning/test_controller_boundaries.py</a:t>
            </a:r>
            <a:endParaRPr/>
          </a:p>
          <a:p xmlns:a="http://schemas.openxmlformats.org/drawingml/2006/main">
            <a:pPr marL="0" lvl="0" indent="0" algn="l">
              <a:lnSpc>
                <a:spcPct val="100000"/>
              </a:lnSpc>
              <a:spcBef>
                <a:spcPts val="0"/>
              </a:spcBef>
              <a:spcAft>
                <a:spcPts val="0"/>
              </a:spcAft>
              <a:buSzPts val="1400"/>
              <a:buNone/>
            </a:pPr>
            <a:r>
              <a:t>C:/PRIMA_next/tests/planning/test_planning_phase2.py</a:t>
            </a:r>
            <a:endParaRPr/>
          </a:p>
          <a:p xmlns:a="http://schemas.openxmlformats.org/drawingml/2006/main">
            <a:pPr marL="0" lvl="0" indent="0" algn="l">
              <a:lnSpc>
                <a:spcPct val="100000"/>
              </a:lnSpc>
              <a:spcBef>
                <a:spcPts val="0"/>
              </a:spcBef>
              <a:spcAft>
                <a:spcPts val="0"/>
              </a:spcAft>
              <a:buSzPts val="1400"/>
              <a:buNone/>
            </a:pPr>
            <a:r>
              <a:t>C:/PRIMA_next/tests/workflow/test_phase05_confidence_branch.py</a:t>
            </a:r>
            <a:endParaRPr/>
          </a:p>
          <a:p xmlns:a="http://schemas.openxmlformats.org/drawingml/2006/main">
            <a:pPr marL="0" lvl="0" indent="0" algn="l">
              <a:lnSpc>
                <a:spcPct val="100000"/>
              </a:lnSpc>
              <a:spcBef>
                <a:spcPts val="0"/>
              </a:spcBef>
              <a:spcAft>
                <a:spcPts val="0"/>
              </a:spcAft>
              <a:buSzPts val="1400"/>
              <a:buNone/>
            </a:pPr>
            <a:r>
              <a:t>C:/PRIMA_next/tests/workflow/test_phase06_correction_loop.py</a:t>
            </a:r>
            <a:endParaRPr/>
          </a:p>
          <a:p xmlns:a="http://schemas.openxmlformats.org/drawingml/2006/main">
            <a:pPr marL="0" lvl="0" indent="0" algn="l">
              <a:lnSpc>
                <a:spcPct val="100000"/>
              </a:lnSpc>
              <a:spcBef>
                <a:spcPts val="0"/>
              </a:spcBef>
              <a:spcAft>
                <a:spcPts val="0"/>
              </a:spcAft>
              <a:buSzPts val="1400"/>
              <a:buNone/>
            </a:pPr>
            <a:r>
              <a:t>C:/PRIMA_next/tests/reflection/test_reflection_pillar.py</a:t>
            </a:r>
            <a:endParaRPr/>
          </a:p>
          <a:p xmlns:a="http://schemas.openxmlformats.org/drawingml/2006/main">
            <a:pPr marL="0" lvl="0" indent="0" algn="l">
              <a:lnSpc>
                <a:spcPct val="100000"/>
              </a:lnSpc>
              <a:spcBef>
                <a:spcPts val="0"/>
              </a:spcBef>
              <a:spcAft>
                <a:spcPts val="0"/>
              </a:spcAft>
              <a:buSzPts val="1400"/>
              <a:buNone/>
            </a:pPr>
            <a:r>
              <a:t>C:/PRIMA_next/tests/test_action_tool_phase5.py</a:t>
            </a:r>
            <a:endParaRPr/>
          </a:p>
          <a:p xmlns:a="http://schemas.openxmlformats.org/drawingml/2006/main">
            <a:pPr marL="0" lvl="0" indent="0" algn="l">
              <a:lnSpc>
                <a:spcPct val="100000"/>
              </a:lnSpc>
              <a:spcBef>
                <a:spcPts val="0"/>
              </a:spcBef>
              <a:spcAft>
                <a:spcPts val="0"/>
              </a:spcAft>
              <a:buSzPts val="1400"/>
              <a:buNone/>
            </a:pPr>
            <a:r>
              <a:t>C:/PRIMA_next/tests/test_llm_structured_output.py</a:t>
            </a:r>
            <a:endParaRPr/>
          </a:p>
          <a:p xmlns:a="http://schemas.openxmlformats.org/drawingml/2006/main">
            <a:pPr marL="0" lvl="0" indent="0" algn="l">
              <a:lnSpc>
                <a:spcPct val="100000"/>
              </a:lnSpc>
              <a:spcBef>
                <a:spcPts val="0"/>
              </a:spcBef>
              <a:spcAft>
                <a:spcPts val="0"/>
              </a:spcAft>
              <a:buSzPts val="1400"/>
              <a:buNone/>
            </a:pPr>
            <a:r>
              <a:t>C:/PRIMA_next/tests/test_answer_prompt_identity.py</a:t>
            </a:r>
            <a:endParaRPr/>
          </a:p>
          <a:p xmlns:a="http://schemas.openxmlformats.org/drawingml/2006/main">
            <a:pPr marL="0" lvl="0" indent="0" algn="l">
              <a:lnSpc>
                <a:spcPct val="100000"/>
              </a:lnSpc>
              <a:spcBef>
                <a:spcPts val="0"/>
              </a:spcBef>
              <a:spcAft>
                <a:spcPts val="0"/>
              </a:spcAft>
              <a:buSzPts val="1400"/>
              <a:buNone/>
            </a:pPr>
            <a:r>
              <a:t>C:/PRIMA_next/tests/integration/test_release_readiness.py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C:/PRIMA_next/tests/benchmarks/test_maintenance_barriers.py</a:t>
            </a:r>
            <a:endParaRPr/>
          </a:p>
          <a:p xmlns:a="http://schemas.openxmlformats.org/drawingml/2006/main">
            <a:pPr marL="0" lvl="0" indent="0" algn="l">
              <a:lnSpc>
                <a:spcPct val="100000"/>
              </a:lnSpc>
              <a:spcBef>
                <a:spcPts val="0"/>
              </a:spcBef>
              <a:spcAft>
                <a:spcPts val="0"/>
              </a:spcAft>
              <a:buSzPts val="1400"/>
              <a:buNone/>
            </a:pPr>
            <a:r>
              <a:t>C:/PRIMA_next/tests/benchmarks/test_campaign.py</a:t>
            </a:r>
            <a:endParaRPr/>
          </a:p>
          <a:p xmlns:a="http://schemas.openxmlformats.org/drawingml/2006/main">
            <a:pPr marL="0" lvl="0" indent="0" algn="l">
              <a:lnSpc>
                <a:spcPct val="100000"/>
              </a:lnSpc>
              <a:spcBef>
                <a:spcPts val="0"/>
              </a:spcBef>
              <a:spcAft>
                <a:spcPts val="0"/>
              </a:spcAft>
              <a:buSzPts val="1400"/>
              <a:buNone/>
            </a:pPr>
            <a:r>
              <a:t>C:/PRIMA_next/tests/benchmarks/test_campaign_comparison_hardening.py</a:t>
            </a:r>
            <a:endParaRPr/>
          </a:p>
          <a:p xmlns:a="http://schemas.openxmlformats.org/drawingml/2006/main">
            <a:pPr marL="0" lvl="0" indent="0" algn="l">
              <a:lnSpc>
                <a:spcPct val="100000"/>
              </a:lnSpc>
              <a:spcBef>
                <a:spcPts val="0"/>
              </a:spcBef>
              <a:spcAft>
                <a:spcPts val="0"/>
              </a:spcAft>
              <a:buSzPts val="1400"/>
              <a:buNone/>
            </a:pPr>
            <a:r>
              <a:t>C:/PRIMA_next/tests/benchmarks/test_kaggle_smoke.py</a:t>
            </a:r>
            <a:endParaRPr/>
          </a:p>
          <a:p xmlns:a="http://schemas.openxmlformats.org/drawingml/2006/main">
            <a:pPr marL="0" lvl="0" indent="0" algn="l">
              <a:lnSpc>
                <a:spcPct val="100000"/>
              </a:lnSpc>
              <a:spcBef>
                <a:spcPts val="0"/>
              </a:spcBef>
              <a:spcAft>
                <a:spcPts val="0"/>
              </a:spcAft>
              <a:buSzPts val="1400"/>
              <a:buNone/>
            </a:pPr>
            <a:r>
              <a:t>C:/PRIMA_next/evaluation/results/memory_quality_comparison.json</a:t>
            </a:r>
            <a:endParaRPr/>
          </a:p>
          <a:p xmlns:a="http://schemas.openxmlformats.org/drawingml/2006/main">
            <a:pPr marL="0" lvl="0" indent="0" algn="l">
              <a:lnSpc>
                <a:spcPct val="100000"/>
              </a:lnSpc>
              <a:spcBef>
                <a:spcPts val="0"/>
              </a:spcBef>
              <a:spcAft>
                <a:spcPts val="0"/>
              </a:spcAft>
              <a:buSzPts val="1400"/>
              <a:buNone/>
            </a:pPr>
            <a:r>
              <a:t>C:/PRIMA_next/evaluation/results/memory_formation_report.json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Slide 17/20. Suggested speaking time: 35 seconds. Cumulative end: 16:20.</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Keep the discussion brief. Choose one domain and acceptance metrics rather than claiming broad adoption. LoCoMo, HotpotQA and GoEmotions measure distinct tasks and do not alone prove domain ROI.</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preparation date: 10 October 2026. 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Detailed companion: C:/PRIMA_next/docs/presentations/PRIMA-NEXT_Phase-3_Review-2_College-Template_Completed.pptx</a:t>
            </a:r>
            <a:endParaRPr/>
          </a:p>
          <a:p xmlns:a="http://schemas.openxmlformats.org/drawingml/2006/main">
            <a:pPr marL="0" lvl="0" indent="0" algn="l">
              <a:lnSpc>
                <a:spcPct val="100000"/>
              </a:lnSpc>
              <a:spcBef>
                <a:spcPts val="0"/>
              </a:spcBef>
              <a:spcAft>
                <a:spcPts val="0"/>
              </a:spcAft>
              <a:buSzPts val="1400"/>
              <a:buNone/>
            </a:pPr>
            <a:r>
              <a:t>Source evidence: C:/PRIMA_next/docs/MENTOR_REVIEW_PHASE3_REVIEW2.md, sections 9.</a:t>
            </a:r>
            <a:endParaRPr/>
          </a:p>
          <a:p xmlns:a="http://schemas.openxmlformats.org/drawingml/2006/main">
            <a:pPr marL="0" lvl="0" indent="0" algn="l">
              <a:lnSpc>
                <a:spcPct val="100000"/>
              </a:lnSpc>
              <a:spcBef>
                <a:spcPts val="0"/>
              </a:spcBef>
              <a:spcAft>
                <a:spcPts val="0"/>
              </a:spcAft>
              <a:buSzPts val="1400"/>
              <a:buNone/>
            </a:pPr>
            <a:r>
              <a:t>https://aclanthology.org/2024.acl-long.747/</a:t>
            </a:r>
            <a:endParaRPr/>
          </a:p>
          <a:p xmlns:a="http://schemas.openxmlformats.org/drawingml/2006/main">
            <a:pPr marL="0" lvl="0" indent="0" algn="l">
              <a:lnSpc>
                <a:spcPct val="100000"/>
              </a:lnSpc>
              <a:spcBef>
                <a:spcPts val="0"/>
              </a:spcBef>
              <a:spcAft>
                <a:spcPts val="0"/>
              </a:spcAft>
              <a:buSzPts val="1400"/>
              <a:buNone/>
            </a:pPr>
            <a:r>
              <a:t>https://aclanthology.org/D18-1259/</a:t>
            </a:r>
            <a:endParaRPr/>
          </a:p>
          <a:p xmlns:a="http://schemas.openxmlformats.org/drawingml/2006/main">
            <a:pPr marL="0" lvl="0" indent="0" algn="l">
              <a:lnSpc>
                <a:spcPct val="100000"/>
              </a:lnSpc>
              <a:spcBef>
                <a:spcPts val="0"/>
              </a:spcBef>
              <a:spcAft>
                <a:spcPts val="0"/>
              </a:spcAft>
              <a:buSzPts val="1400"/>
              <a:buNone/>
            </a:pPr>
            <a:r>
              <a:t>https://aclanthology.org/2020.acl-main.372/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Slide 18/20. Suggested speaking time: 50 seconds. Cumulative end: 17:10.</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Drafted, submitted, accepted and published are separate paper milestones. Disclosure, filed, published and granted are separate patent milestones. Candidate contribution does not establish novelty or patentability. Keep this slide to progress, not a publication lecture.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preparation date: 10 October 2026. 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Detailed companion: C:/PRIMA_next/docs/presentations/PRIMA-NEXT_Phase-3_Review-2_College-Template_Completed.pptx</a:t>
            </a:r>
            <a:endParaRPr/>
          </a:p>
          <a:p xmlns:a="http://schemas.openxmlformats.org/drawingml/2006/main">
            <a:pPr marL="0" lvl="0" indent="0" algn="l">
              <a:lnSpc>
                <a:spcPct val="100000"/>
              </a:lnSpc>
              <a:spcBef>
                <a:spcPts val="0"/>
              </a:spcBef>
              <a:spcAft>
                <a:spcPts val="0"/>
              </a:spcAft>
              <a:buSzPts val="1400"/>
              <a:buNone/>
            </a:pPr>
            <a:r>
              <a:t>Source evidence: C:/PRIMA_next/docs/MENTOR_REVIEW_PHASE3_REVIEW2.md, sections 10.</a:t>
            </a:r>
            <a:endParaRPr/>
          </a:p>
          <a:p xmlns:a="http://schemas.openxmlformats.org/drawingml/2006/main">
            <a:pPr marL="0" lvl="0" indent="0" algn="l">
              <a:lnSpc>
                <a:spcPct val="100000"/>
              </a:lnSpc>
              <a:spcBef>
                <a:spcPts val="0"/>
              </a:spcBef>
              <a:spcAft>
                <a:spcPts val="0"/>
              </a:spcAft>
              <a:buSzPts val="1400"/>
              <a:buNone/>
            </a:pPr>
            <a:r>
              <a:t>https://arxiv.org/abs/2005.11401</a:t>
            </a:r>
            <a:endParaRPr/>
          </a:p>
          <a:p xmlns:a="http://schemas.openxmlformats.org/drawingml/2006/main">
            <a:pPr marL="0" lvl="0" indent="0" algn="l">
              <a:lnSpc>
                <a:spcPct val="100000"/>
              </a:lnSpc>
              <a:spcBef>
                <a:spcPts val="0"/>
              </a:spcBef>
              <a:spcAft>
                <a:spcPts val="0"/>
              </a:spcAft>
              <a:buSzPts val="1400"/>
              <a:buNone/>
            </a:pPr>
            <a:r>
              <a:t>https://arxiv.org/abs/2304.03442</a:t>
            </a:r>
            <a:endParaRPr/>
          </a:p>
          <a:p xmlns:a="http://schemas.openxmlformats.org/drawingml/2006/main">
            <a:pPr marL="0" lvl="0" indent="0" algn="l">
              <a:lnSpc>
                <a:spcPct val="100000"/>
              </a:lnSpc>
              <a:spcBef>
                <a:spcPts val="0"/>
              </a:spcBef>
              <a:spcAft>
                <a:spcPts val="0"/>
              </a:spcAft>
              <a:buSzPts val="1400"/>
              <a:buNone/>
            </a:pPr>
            <a:r>
              <a:t>https://arxiv.org/abs/2303.11366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Slide 19/20. Suggested speaking time: 50 seconds. Cumulative end: 18:00.</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a proposed work schedule. It does not predict paper acceptance or patent grant. Confirm official deadlines and owners with the team. Preserve partial artifacts when a run fails.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preparation date: 10 October 2026. 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Detailed companion: C:/PRIMA_next/docs/presentations/PRIMA-NEXT_Phase-3_Review-2_College-Template_Completed.pptx</a:t>
            </a:r>
            <a:endParaRPr/>
          </a:p>
          <a:p xmlns:a="http://schemas.openxmlformats.org/drawingml/2006/main">
            <a:pPr marL="0" lvl="0" indent="0" algn="l">
              <a:lnSpc>
                <a:spcPct val="100000"/>
              </a:lnSpc>
              <a:spcBef>
                <a:spcPts val="0"/>
              </a:spcBef>
              <a:spcAft>
                <a:spcPts val="0"/>
              </a:spcAft>
              <a:buSzPts val="1400"/>
              <a:buNone/>
            </a:pPr>
            <a:r>
              <a:t>Source evidence: C:/PRIMA_next/docs/MENTOR_REVIEW_PHASE3_REVIEW2.md, sections 11.</a:t>
            </a:r>
            <a:endParaRPr/>
          </a:p>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Slide 20/20. Suggested speaking time: 60 seconds. Cumulative end: 19:00.</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Close on the defensible conclusion: implementation and scoped evidence exist, while full QA gains remain to establish. Complete reference links and local proof are in the speaker notes and detailed companion deck.</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preparation date: 10 October 2026. 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Detailed companion: C:/PRIMA_next/docs/presentations/PRIMA-NEXT_Phase-3_Review-2_College-Template_Completed.pptx</a:t>
            </a:r>
            <a:endParaRPr/>
          </a:p>
          <a:p xmlns:a="http://schemas.openxmlformats.org/drawingml/2006/main">
            <a:pPr marL="0" lvl="0" indent="0" algn="l">
              <a:lnSpc>
                <a:spcPct val="100000"/>
              </a:lnSpc>
              <a:spcBef>
                <a:spcPts val="0"/>
              </a:spcBef>
              <a:spcAft>
                <a:spcPts val="0"/>
              </a:spcAft>
              <a:buSzPts val="1400"/>
              <a:buNone/>
            </a:pPr>
            <a:r>
              <a:t>Source evidence: C:/PRIMA_next/docs/MENTOR_REVIEW_PHASE3_REVIEW2.md, sections 12, 13.</a:t>
            </a:r>
            <a:endParaRPr/>
          </a:p>
          <a:p xmlns:a="http://schemas.openxmlformats.org/drawingml/2006/main">
            <a:pPr marL="0" lvl="0" indent="0" algn="l">
              <a:lnSpc>
                <a:spcPct val="100000"/>
              </a:lnSpc>
              <a:spcBef>
                <a:spcPts val="0"/>
              </a:spcBef>
              <a:spcAft>
                <a:spcPts val="0"/>
              </a:spcAft>
              <a:buSzPts val="1400"/>
              <a:buNone/>
            </a:pPr>
            <a:r>
              <a:t>https://arxiv.org/abs/2005.11401</a:t>
            </a:r>
            <a:endParaRPr/>
          </a:p>
          <a:p xmlns:a="http://schemas.openxmlformats.org/drawingml/2006/main">
            <a:pPr marL="0" lvl="0" indent="0" algn="l">
              <a:lnSpc>
                <a:spcPct val="100000"/>
              </a:lnSpc>
              <a:spcBef>
                <a:spcPts val="0"/>
              </a:spcBef>
              <a:spcAft>
                <a:spcPts val="0"/>
              </a:spcAft>
              <a:buSzPts val="1400"/>
              <a:buNone/>
            </a:pPr>
            <a:r>
              <a:t>https://arxiv.org/abs/2304.03442</a:t>
            </a:r>
            <a:endParaRPr/>
          </a:p>
          <a:p xmlns:a="http://schemas.openxmlformats.org/drawingml/2006/main">
            <a:pPr marL="0" lvl="0" indent="0" algn="l">
              <a:lnSpc>
                <a:spcPct val="100000"/>
              </a:lnSpc>
              <a:spcBef>
                <a:spcPts val="0"/>
              </a:spcBef>
              <a:spcAft>
                <a:spcPts val="0"/>
              </a:spcAft>
              <a:buSzPts val="1400"/>
              <a:buNone/>
            </a:pPr>
            <a:r>
              <a:t>https://arxiv.org/abs/2303.11366</a:t>
            </a:r>
            <a:endParaRPr/>
          </a:p>
          <a:p xmlns:a="http://schemas.openxmlformats.org/drawingml/2006/main">
            <a:pPr marL="0" lvl="0" indent="0" algn="l">
              <a:lnSpc>
                <a:spcPct val="100000"/>
              </a:lnSpc>
              <a:spcBef>
                <a:spcPts val="0"/>
              </a:spcBef>
              <a:spcAft>
                <a:spcPts val="0"/>
              </a:spcAft>
              <a:buSzPts val="1400"/>
              <a:buNone/>
            </a:pPr>
            <a:r>
              <a:t>https://aclanthology.org/2024.acl-long.747/</a:t>
            </a:r>
            <a:endParaRPr/>
          </a:p>
          <a:p xmlns:a="http://schemas.openxmlformats.org/drawingml/2006/main">
            <a:pPr marL="0" lvl="0" indent="0" algn="l">
              <a:lnSpc>
                <a:spcPct val="100000"/>
              </a:lnSpc>
              <a:spcBef>
                <a:spcPts val="0"/>
              </a:spcBef>
              <a:spcAft>
                <a:spcPts val="0"/>
              </a:spcAft>
              <a:buSzPts val="1400"/>
              <a:buNone/>
            </a:pPr>
            <a:r>
              <a:t>https://aclanthology.org/D18-1259/</a:t>
            </a:r>
            <a:endParaRPr/>
          </a:p>
          <a:p xmlns:a="http://schemas.openxmlformats.org/drawingml/2006/main">
            <a:pPr marL="0" lvl="0" indent="0" algn="l">
              <a:lnSpc>
                <a:spcPct val="100000"/>
              </a:lnSpc>
              <a:spcBef>
                <a:spcPts val="0"/>
              </a:spcBef>
              <a:spcAft>
                <a:spcPts val="0"/>
              </a:spcAft>
              <a:buSzPts val="1400"/>
              <a:buNone/>
            </a:pPr>
            <a:r>
              <a:t>https://aclanthology.org/2020.acl-main.372/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bef3009d4a44f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78ae89e655c43e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384378e1de14a4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26e9318a3d54d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0c6052a8e9d411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beceaa8b4b64f2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84a1c452ce6414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1ef6f4eb6bc49a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829088d59f44eb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acf424713524aa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1987d6c785b4b6a" /></Relationships>
</file>

<file path=ppt/slideLayouts/slideLayout1.xml><?xml version="1.0" encoding="utf-8"?>
<p:sldLayout xmlns:p="http://schemas.openxmlformats.org/presentationml/2006/main" showMasterSp="0" matchingName="Blank" type="blank">
  <p:cSld name="BLANK">
    <p:spTree>
      <p:nvGrpSpPr>
        <p:cNvPr id="1" name=""/>
        <p:cNvGrpSpPr/>
        <p:nvPr/>
      </p:nvGrpSpPr>
      <p:grpSpPr>
        <a:xfrm xmlns:a="http://schemas.openxmlformats.org/drawingml/2006/main"/>
      </p:grpSpPr>
      <p:sp>
        <p:nvSpPr>
          <p:cNvPr id="19" name="Google Shape;19;p14">
            <a:extLst xmlns:a="http://schemas.openxmlformats.org/drawingml/2006/main">
              <a:ext uri="{FF2B5EF4-FFF2-40B4-BE49-F238E27FC236}">
                <a16:creationId xmlns:a16="http://schemas.microsoft.com/office/drawing/2014/main" id="{10FA93FD-AFA4-4F6F-9BE3-3F3652BABC21}"/>
              </a:ext>
            </a:extLst>
          </p:cNvPr>
          <p:cNvSpPr>
            <a:spLocks xmlns:a="http://schemas.openxmlformats.org/drawingml/2006/main" noGrp="1"/>
          </p:cNvSpPr>
          <p:nvPr/>
        </p:nvSpPr>
        <p:spPr>
          <a:xfrm xmlns:a="http://schemas.openxmlformats.org/drawingml/2006/main">
            <a:off x="3175" y="6400800"/>
            <a:ext cx="12188825" cy="4572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20" name="Google Shape;20;p14">
            <a:extLst xmlns:a="http://schemas.openxmlformats.org/drawingml/2006/main">
              <a:ext uri="{FF2B5EF4-FFF2-40B4-BE49-F238E27FC236}">
                <a16:creationId xmlns:a16="http://schemas.microsoft.com/office/drawing/2014/main" id="{BD569D51-6220-4282-B3D5-0E5476560A65}"/>
              </a:ext>
            </a:extLst>
          </p:cNvPr>
          <p:cNvSpPr>
            <a:spLocks xmlns:a="http://schemas.openxmlformats.org/drawingml/2006/main" noGrp="1"/>
          </p:cNvSpPr>
          <p:nvPr/>
        </p:nvSpPr>
        <p:spPr>
          <a:xfrm xmlns:a="http://schemas.openxmlformats.org/drawingml/2006/main">
            <a:off x="15" y="6334316"/>
            <a:ext cx="12188825" cy="64008"/>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21" name="Google Shape;21;p14">
            <a:extLst xmlns:a="http://schemas.openxmlformats.org/drawingml/2006/main">
              <a:ext uri="{FF2B5EF4-FFF2-40B4-BE49-F238E27FC236}">
                <a16:creationId xmlns:a16="http://schemas.microsoft.com/office/drawing/2014/main" id="{425A14F5-76CD-4E39-B5B4-C4A820A30B84}"/>
              </a:ext>
            </a:extLst>
          </p:cNvPr>
          <p:cNvSpPr>
            <a:spLocks xmlns:a="http://schemas.openxmlformats.org/drawingml/2006/main" noGrp="1"/>
          </p:cNvSpPr>
          <p:nvPr>
            <p:ph type="dt" idx="10"/>
          </p:nvPr>
        </p:nvSpPr>
        <p:spPr>
          <a:xfrm xmlns:a="http://schemas.openxmlformats.org/drawingml/2006/main">
            <a:off x="1097280" y="6459785"/>
            <a:ext cx="2472271"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2" name="Google Shape;22;p14">
            <a:extLst xmlns:a="http://schemas.openxmlformats.org/drawingml/2006/main">
              <a:ext uri="{FF2B5EF4-FFF2-40B4-BE49-F238E27FC236}">
                <a16:creationId xmlns:a16="http://schemas.microsoft.com/office/drawing/2014/main" id="{56013399-2293-4B92-A13F-30A83AAEB982}"/>
              </a:ext>
            </a:extLst>
          </p:cNvPr>
          <p:cNvSpPr>
            <a:spLocks xmlns:a="http://schemas.openxmlformats.org/drawingml/2006/main" noGrp="1"/>
          </p:cNvSpPr>
          <p:nvPr>
            <p:ph type="ftr" idx="11"/>
          </p:nvPr>
        </p:nvSpPr>
        <p:spPr>
          <a:xfrm xmlns:a="http://schemas.openxmlformats.org/drawingml/2006/main">
            <a:off x="3686185" y="6459785"/>
            <a:ext cx="482280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FFFFFF"/>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3" name="Google Shape;23;p14">
            <a:extLst xmlns:a="http://schemas.openxmlformats.org/drawingml/2006/main">
              <a:ext uri="{FF2B5EF4-FFF2-40B4-BE49-F238E27FC236}">
                <a16:creationId xmlns:a16="http://schemas.microsoft.com/office/drawing/2014/main" id="{1C18329C-D433-4A85-AA72-C2233D3BD956}"/>
              </a:ext>
            </a:extLst>
          </p:cNvPr>
          <p:cNvSpPr>
            <a:spLocks xmlns:a="http://schemas.openxmlformats.org/drawingml/2006/main" noGrp="1"/>
          </p:cNvSpPr>
          <p:nvPr>
            <p:ph type="sldNum" idx="12"/>
          </p:nvPr>
        </p:nvSpPr>
        <p:spPr>
          <a:xfrm xmlns:a="http://schemas.openxmlformats.org/drawingml/2006/main">
            <a:off x="9900458" y="6459785"/>
            <a:ext cx="1312025"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1pPr>
            <a:lvl2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2pPr>
            <a:lvl3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3pPr>
            <a:lvl4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4pPr>
            <a:lvl5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5pPr>
            <a:lvl6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6pPr>
            <a:lvl7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7pPr>
            <a:lvl8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8pPr>
            <a:lvl9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showMasterSp="0" matchingName="Title Slide" type="title">
  <p:cSld name="TITLE">
    <p:spTree>
      <p:nvGrpSpPr>
        <p:cNvPr id="1" name=""/>
        <p:cNvGrpSpPr/>
        <p:nvPr/>
      </p:nvGrpSpPr>
      <p:grpSpPr>
        <a:xfrm xmlns:a="http://schemas.openxmlformats.org/drawingml/2006/main"/>
      </p:grpSpPr>
      <p:sp>
        <p:nvSpPr>
          <p:cNvPr id="25" name="Google Shape;25;p15">
            <a:extLst xmlns:a="http://schemas.openxmlformats.org/drawingml/2006/main">
              <a:ext uri="{FF2B5EF4-FFF2-40B4-BE49-F238E27FC236}">
                <a16:creationId xmlns:a16="http://schemas.microsoft.com/office/drawing/2014/main" id="{3FF630EC-FAAB-48A3-B28F-087B27217FE6}"/>
              </a:ext>
            </a:extLst>
          </p:cNvPr>
          <p:cNvSpPr>
            <a:spLocks xmlns:a="http://schemas.openxmlformats.org/drawingml/2006/main" noGrp="1"/>
          </p:cNvSpPr>
          <p:nvPr/>
        </p:nvSpPr>
        <p:spPr>
          <a:xfrm xmlns:a="http://schemas.openxmlformats.org/drawingml/2006/main">
            <a:off x="3175" y="6400800"/>
            <a:ext cx="12188825" cy="4572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26" name="Google Shape;26;p15">
            <a:extLst xmlns:a="http://schemas.openxmlformats.org/drawingml/2006/main">
              <a:ext uri="{FF2B5EF4-FFF2-40B4-BE49-F238E27FC236}">
                <a16:creationId xmlns:a16="http://schemas.microsoft.com/office/drawing/2014/main" id="{38169CD7-BFA6-49D4-93D9-734933711004}"/>
              </a:ext>
            </a:extLst>
          </p:cNvPr>
          <p:cNvSpPr>
            <a:spLocks xmlns:a="http://schemas.openxmlformats.org/drawingml/2006/main" noGrp="1"/>
          </p:cNvSpPr>
          <p:nvPr/>
        </p:nvSpPr>
        <p:spPr>
          <a:xfrm xmlns:a="http://schemas.openxmlformats.org/drawingml/2006/main">
            <a:off x="15" y="6334316"/>
            <a:ext cx="12188825" cy="64008"/>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27" name="Google Shape;27;p15">
            <a:extLst xmlns:a="http://schemas.openxmlformats.org/drawingml/2006/main">
              <a:ext uri="{FF2B5EF4-FFF2-40B4-BE49-F238E27FC236}">
                <a16:creationId xmlns:a16="http://schemas.microsoft.com/office/drawing/2014/main" id="{ABB983E8-7D76-4B9A-822D-FDAC8BA40D76}"/>
              </a:ext>
            </a:extLst>
          </p:cNvPr>
          <p:cNvSpPr>
            <a:spLocks xmlns:a="http://schemas.openxmlformats.org/drawingml/2006/main" noGrp="1"/>
          </p:cNvSpPr>
          <p:nvPr>
            <p:ph type="ctrTitle" idx="0"/>
          </p:nvPr>
        </p:nvSpPr>
        <p:spPr>
          <a:xfrm xmlns:a="http://schemas.openxmlformats.org/drawingml/2006/main">
            <a:off x="1097280" y="758952"/>
            <a:ext cx="10058400" cy="3566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85000"/>
              </a:lnSpc>
              <a:spcBef>
                <a:spcPts val="0"/>
              </a:spcBef>
              <a:spcAft>
                <a:spcPts val="0"/>
              </a:spcAft>
              <a:buClr>
                <a:srgbClr val="262626"/>
              </a:buClr>
              <a:buSzPts val="8000"/>
              <a:buFont typeface="Calibri"/>
              <a:buNone/>
              <a:defRPr sz="8000">
                <a:solidFill>
                  <a:srgbClr val="262626"/>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8" name="Google Shape;28;p15">
            <a:extLst xmlns:a="http://schemas.openxmlformats.org/drawingml/2006/main">
              <a:ext uri="{FF2B5EF4-FFF2-40B4-BE49-F238E27FC236}">
                <a16:creationId xmlns:a16="http://schemas.microsoft.com/office/drawing/2014/main" id="{FAAD4580-448F-4916-814C-1A6CAB33C30A}"/>
              </a:ext>
            </a:extLst>
          </p:cNvPr>
          <p:cNvSpPr>
            <a:spLocks xmlns:a="http://schemas.openxmlformats.org/drawingml/2006/main" noGrp="1"/>
          </p:cNvSpPr>
          <p:nvPr>
            <p:ph type="subTitle" idx="1"/>
          </p:nvPr>
        </p:nvSpPr>
        <p:spPr>
          <a:xfrm xmlns:a="http://schemas.openxmlformats.org/drawingml/2006/main">
            <a:off x="1100051" y="4455620"/>
            <a:ext cx="100584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lnSpc>
                <a:spcPct val="90000"/>
              </a:lnSpc>
              <a:spcBef>
                <a:spcPts val="1200"/>
              </a:spcBef>
              <a:spcAft>
                <a:spcPts val="0"/>
              </a:spcAft>
              <a:buSzPts val="2400"/>
              <a:buNone/>
              <a:defRPr sz="2400" cap="none">
                <a:solidFill>
                  <a:schemeClr val="dk2"/>
                </a:solidFill>
                <a:latin typeface="Calibri"/>
                <a:ea typeface="Calibri"/>
                <a:cs typeface="Calibri"/>
              </a:defRPr>
            </a:lvl1pPr>
            <a:lvl2pPr algn="ctr">
              <a:lnSpc>
                <a:spcPct val="90000"/>
              </a:lnSpc>
              <a:spcBef>
                <a:spcPts val="200"/>
              </a:spcBef>
              <a:spcAft>
                <a:spcPts val="0"/>
              </a:spcAft>
              <a:buSzPts val="2400"/>
              <a:buNone/>
              <a:defRPr sz="2400"/>
            </a:lvl2pPr>
            <a:lvl3pPr algn="ctr">
              <a:lnSpc>
                <a:spcPct val="90000"/>
              </a:lnSpc>
              <a:spcBef>
                <a:spcPts val="400"/>
              </a:spcBef>
              <a:spcAft>
                <a:spcPts val="0"/>
              </a:spcAft>
              <a:buSzPts val="2400"/>
              <a:buNone/>
              <a:defRPr sz="2400"/>
            </a:lvl3pPr>
            <a:lvl4pPr algn="ctr">
              <a:lnSpc>
                <a:spcPct val="90000"/>
              </a:lnSpc>
              <a:spcBef>
                <a:spcPts val="400"/>
              </a:spcBef>
              <a:spcAft>
                <a:spcPts val="0"/>
              </a:spcAft>
              <a:buSzPts val="2000"/>
              <a:buNone/>
              <a:defRPr sz="2000"/>
            </a:lvl4pPr>
            <a:lvl5pPr algn="ctr">
              <a:lnSpc>
                <a:spcPct val="90000"/>
              </a:lnSpc>
              <a:spcBef>
                <a:spcPts val="400"/>
              </a:spcBef>
              <a:spcAft>
                <a:spcPts val="0"/>
              </a:spcAft>
              <a:buSzPts val="2000"/>
              <a:buNone/>
              <a:defRPr sz="2000"/>
            </a:lvl5pPr>
            <a:lvl6pPr algn="ctr">
              <a:lnSpc>
                <a:spcPct val="90000"/>
              </a:lnSpc>
              <a:spcBef>
                <a:spcPts val="400"/>
              </a:spcBef>
              <a:spcAft>
                <a:spcPts val="0"/>
              </a:spcAft>
              <a:buSzPts val="2000"/>
              <a:buNone/>
              <a:defRPr sz="2000"/>
            </a:lvl6pPr>
            <a:lvl7pPr algn="ctr">
              <a:lnSpc>
                <a:spcPct val="90000"/>
              </a:lnSpc>
              <a:spcBef>
                <a:spcPts val="400"/>
              </a:spcBef>
              <a:spcAft>
                <a:spcPts val="0"/>
              </a:spcAft>
              <a:buSzPts val="2000"/>
              <a:buNone/>
              <a:defRPr sz="2000"/>
            </a:lvl7pPr>
            <a:lvl8pPr algn="ctr">
              <a:lnSpc>
                <a:spcPct val="90000"/>
              </a:lnSpc>
              <a:spcBef>
                <a:spcPts val="400"/>
              </a:spcBef>
              <a:spcAft>
                <a:spcPts val="0"/>
              </a:spcAft>
              <a:buSzPts val="2000"/>
              <a:buNone/>
              <a:defRPr sz="2000"/>
            </a:lvl8pPr>
            <a:lvl9pPr algn="ctr">
              <a:lnSpc>
                <a:spcPct val="90000"/>
              </a:lnSpc>
              <a:spcBef>
                <a:spcPts val="400"/>
              </a:spcBef>
              <a:spcAft>
                <a:spcPts val="400"/>
              </a:spcAft>
              <a:buSzPts val="2000"/>
              <a:buNone/>
              <a:defRPr sz="2000"/>
            </a:lvl9pPr>
          </a:lstStyle>
          <a:p xmlns:a="http://schemas.openxmlformats.org/drawingml/2006/main">
            <a:endParaRPr/>
          </a:p>
        </p:txBody>
      </p:sp>
      <p:sp>
        <p:nvSpPr>
          <p:cNvPr id="29" name="Google Shape;29;p15">
            <a:extLst xmlns:a="http://schemas.openxmlformats.org/drawingml/2006/main">
              <a:ext uri="{FF2B5EF4-FFF2-40B4-BE49-F238E27FC236}">
                <a16:creationId xmlns:a16="http://schemas.microsoft.com/office/drawing/2014/main" id="{66071AAA-6A8A-46AA-B0F4-80218065326E}"/>
              </a:ext>
            </a:extLst>
          </p:cNvPr>
          <p:cNvSpPr>
            <a:spLocks xmlns:a="http://schemas.openxmlformats.org/drawingml/2006/main" noGrp="1"/>
          </p:cNvSpPr>
          <p:nvPr>
            <p:ph type="dt" idx="10"/>
          </p:nvPr>
        </p:nvSpPr>
        <p:spPr>
          <a:xfrm xmlns:a="http://schemas.openxmlformats.org/drawingml/2006/main">
            <a:off x="1097280" y="6459785"/>
            <a:ext cx="2472271"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15">
            <a:extLst xmlns:a="http://schemas.openxmlformats.org/drawingml/2006/main">
              <a:ext uri="{FF2B5EF4-FFF2-40B4-BE49-F238E27FC236}">
                <a16:creationId xmlns:a16="http://schemas.microsoft.com/office/drawing/2014/main" id="{72D654B4-DBC3-4271-8102-323B8E147375}"/>
              </a:ext>
            </a:extLst>
          </p:cNvPr>
          <p:cNvSpPr>
            <a:spLocks xmlns:a="http://schemas.openxmlformats.org/drawingml/2006/main" noGrp="1"/>
          </p:cNvSpPr>
          <p:nvPr>
            <p:ph type="ftr" idx="11"/>
          </p:nvPr>
        </p:nvSpPr>
        <p:spPr>
          <a:xfrm xmlns:a="http://schemas.openxmlformats.org/drawingml/2006/main">
            <a:off x="3686185" y="6459785"/>
            <a:ext cx="482280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1" name="Google Shape;31;p15">
            <a:extLst xmlns:a="http://schemas.openxmlformats.org/drawingml/2006/main">
              <a:ext uri="{FF2B5EF4-FFF2-40B4-BE49-F238E27FC236}">
                <a16:creationId xmlns:a16="http://schemas.microsoft.com/office/drawing/2014/main" id="{81D47E01-6FEA-41B9-BFDA-597EF61A3DD6}"/>
              </a:ext>
            </a:extLst>
          </p:cNvPr>
          <p:cNvSpPr>
            <a:spLocks xmlns:a="http://schemas.openxmlformats.org/drawingml/2006/main" noGrp="1"/>
          </p:cNvSpPr>
          <p:nvPr>
            <p:ph type="sldNum" idx="12"/>
          </p:nvPr>
        </p:nvSpPr>
        <p:spPr>
          <a:xfrm xmlns:a="http://schemas.openxmlformats.org/drawingml/2006/main">
            <a:off x="9900458" y="6459785"/>
            <a:ext cx="1312025"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1pPr>
            <a:lvl2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2pPr>
            <a:lvl3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3pPr>
            <a:lvl4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4pPr>
            <a:lvl5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5pPr>
            <a:lvl6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6pPr>
            <a:lvl7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7pPr>
            <a:lvl8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8pPr>
            <a:lvl9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32" name="Google Shape;32;p15">
            <a:extLst xmlns:a="http://schemas.openxmlformats.org/drawingml/2006/main">
              <a:ext uri="{FF2B5EF4-FFF2-40B4-BE49-F238E27FC236}">
                <a16:creationId xmlns:a16="http://schemas.microsoft.com/office/drawing/2014/main" id="{78E8C017-AB7F-4B83-B773-B91B72F635E0}"/>
              </a:ext>
            </a:extLst>
          </p:cNvPr>
          <p:cNvCxnSpPr/>
          <p:nvPr/>
        </p:nvCxnSpPr>
        <p:spPr>
          <a:xfrm xmlns:a="http://schemas.openxmlformats.org/drawingml/2006/main">
            <a:off x="1207658" y="4343400"/>
            <a:ext cx="9875520" cy="0"/>
          </a:xfrm>
          <a:prstGeom xmlns:a="http://schemas.openxmlformats.org/drawingml/2006/main" prst="straightConnector1">
            <a:avLst/>
          </a:prstGeom>
          <a:ln xmlns:a="http://schemas.openxmlformats.org/drawingml/2006/main" w="9525" cap="flat">
            <a:solidFill>
              <a:srgbClr val="7F7F7F"/>
            </a:solidFill>
            <a:prstDash val="solid"/>
            <a:round/>
            <a:headEnd type="none" w="sm" len="sm"/>
            <a:tailEnd type="none" w="sm" len="sm"/>
          </a:ln>
        </p:spPr>
      </p:cxn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34" name="Google Shape;34;p16">
            <a:extLst xmlns:a="http://schemas.openxmlformats.org/drawingml/2006/main">
              <a:ext uri="{FF2B5EF4-FFF2-40B4-BE49-F238E27FC236}">
                <a16:creationId xmlns:a16="http://schemas.microsoft.com/office/drawing/2014/main" id="{3D2E1000-5ADE-448E-A398-268935F637AE}"/>
              </a:ext>
            </a:extLst>
          </p:cNvPr>
          <p:cNvSpPr>
            <a:spLocks xmlns:a="http://schemas.openxmlformats.org/drawingml/2006/main" noGrp="1"/>
          </p:cNvSpPr>
          <p:nvPr>
            <p:ph type="title" idx="0"/>
          </p:nvPr>
        </p:nvSpPr>
        <p:spPr>
          <a:xfrm xmlns:a="http://schemas.openxmlformats.org/drawingml/2006/main">
            <a:off x="1097280" y="286603"/>
            <a:ext cx="10058400" cy="14507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85000"/>
              </a:lnSpc>
              <a:spcBef>
                <a:spcPts val="0"/>
              </a:spcBef>
              <a:spcAft>
                <a:spcPts val="0"/>
              </a:spcAft>
              <a:buClr>
                <a:srgbClr val="3F3F3F"/>
              </a:buClr>
              <a:buSzPts val="4800"/>
              <a:buFont typeface="Calibri"/>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5" name="Google Shape;35;p16">
            <a:extLst xmlns:a="http://schemas.openxmlformats.org/drawingml/2006/main">
              <a:ext uri="{FF2B5EF4-FFF2-40B4-BE49-F238E27FC236}">
                <a16:creationId xmlns:a16="http://schemas.microsoft.com/office/drawing/2014/main" id="{4E2B55D6-C132-4939-92D9-135B714461E2}"/>
              </a:ext>
            </a:extLst>
          </p:cNvPr>
          <p:cNvSpPr>
            <a:spLocks xmlns:a="http://schemas.openxmlformats.org/drawingml/2006/main" noGrp="1"/>
          </p:cNvSpPr>
          <p:nvPr>
            <p:ph type="body" idx="1"/>
          </p:nvPr>
        </p:nvSpPr>
        <p:spPr>
          <a:xfrm xmlns:a="http://schemas.openxmlformats.org/drawingml/2006/main">
            <a:off x="1097280" y="1845734"/>
            <a:ext cx="1005840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45700" rIns="0" bIns="45700" anchor="t">
            <a:normAutofit/>
          </a:bodyPr>
          <a:lstStyle xmlns:a="http://schemas.openxmlformats.org/drawingml/2006/main">
            <a:lvl1pPr marL="457200" indent="-342900" algn="l">
              <a:lnSpc>
                <a:spcPct val="90000"/>
              </a:lnSpc>
              <a:spcBef>
                <a:spcPts val="1200"/>
              </a:spcBef>
              <a:spcAft>
                <a:spcPts val="0"/>
              </a:spcAft>
              <a:buSzPts val="1800"/>
              <a:buChar char=" "/>
              <a:defRPr/>
            </a:lvl1pPr>
            <a:lvl2pPr marL="914400" indent="-342900" algn="l">
              <a:lnSpc>
                <a:spcPct val="90000"/>
              </a:lnSpc>
              <a:spcBef>
                <a:spcPts val="200"/>
              </a:spcBef>
              <a:spcAft>
                <a:spcPts val="0"/>
              </a:spcAft>
              <a:buSzPts val="1800"/>
              <a:buChar char="◦"/>
              <a:defRPr/>
            </a:lvl2pPr>
            <a:lvl3pPr marL="1371600" indent="-342900" algn="l">
              <a:lnSpc>
                <a:spcPct val="90000"/>
              </a:lnSpc>
              <a:spcBef>
                <a:spcPts val="400"/>
              </a:spcBef>
              <a:spcAft>
                <a:spcPts val="0"/>
              </a:spcAft>
              <a:buSzPts val="1800"/>
              <a:buChar char="◦"/>
              <a:defRPr/>
            </a:lvl3pPr>
            <a:lvl4pPr marL="1828800" indent="-342900" algn="l">
              <a:lnSpc>
                <a:spcPct val="90000"/>
              </a:lnSpc>
              <a:spcBef>
                <a:spcPts val="400"/>
              </a:spcBef>
              <a:spcAft>
                <a:spcPts val="0"/>
              </a:spcAft>
              <a:buSzPts val="1800"/>
              <a:buChar char="◦"/>
              <a:defRPr/>
            </a:lvl4pPr>
            <a:lvl5pPr marL="2286000" indent="-342900" algn="l">
              <a:lnSpc>
                <a:spcPct val="90000"/>
              </a:lnSpc>
              <a:spcBef>
                <a:spcPts val="400"/>
              </a:spcBef>
              <a:spcAft>
                <a:spcPts val="0"/>
              </a:spcAft>
              <a:buSzPts val="1800"/>
              <a:buChar char="◦"/>
              <a:defRPr/>
            </a:lvl5pPr>
            <a:lvl6pPr marL="2743200" indent="-342900" algn="l">
              <a:lnSpc>
                <a:spcPct val="90000"/>
              </a:lnSpc>
              <a:spcBef>
                <a:spcPts val="400"/>
              </a:spcBef>
              <a:spcAft>
                <a:spcPts val="0"/>
              </a:spcAft>
              <a:buSzPts val="1800"/>
              <a:buChar char="◦"/>
              <a:defRPr/>
            </a:lvl6pPr>
            <a:lvl7pPr marL="3200400" indent="-342900" algn="l">
              <a:lnSpc>
                <a:spcPct val="90000"/>
              </a:lnSpc>
              <a:spcBef>
                <a:spcPts val="400"/>
              </a:spcBef>
              <a:spcAft>
                <a:spcPts val="0"/>
              </a:spcAft>
              <a:buSzPts val="1800"/>
              <a:buChar char="◦"/>
              <a:defRPr/>
            </a:lvl7pPr>
            <a:lvl8pPr marL="3657600" indent="-342900" algn="l">
              <a:lnSpc>
                <a:spcPct val="90000"/>
              </a:lnSpc>
              <a:spcBef>
                <a:spcPts val="400"/>
              </a:spcBef>
              <a:spcAft>
                <a:spcPts val="0"/>
              </a:spcAft>
              <a:buSzPts val="1800"/>
              <a:buChar char="◦"/>
              <a:defRPr/>
            </a:lvl8pPr>
            <a:lvl9pPr marL="4114800" indent="-342900" algn="l">
              <a:lnSpc>
                <a:spcPct val="90000"/>
              </a:lnSpc>
              <a:spcBef>
                <a:spcPts val="400"/>
              </a:spcBef>
              <a:spcAft>
                <a:spcPts val="400"/>
              </a:spcAft>
              <a:buSzPts val="1800"/>
              <a:buChar char="◦"/>
              <a:defRPr/>
            </a:lvl9pPr>
          </a:lstStyle>
          <a:p xmlns:a="http://schemas.openxmlformats.org/drawingml/2006/main">
            <a:endParaRPr/>
          </a:p>
        </p:txBody>
      </p:sp>
      <p:sp>
        <p:nvSpPr>
          <p:cNvPr id="36" name="Google Shape;36;p16">
            <a:extLst xmlns:a="http://schemas.openxmlformats.org/drawingml/2006/main">
              <a:ext uri="{FF2B5EF4-FFF2-40B4-BE49-F238E27FC236}">
                <a16:creationId xmlns:a16="http://schemas.microsoft.com/office/drawing/2014/main" id="{18BC1DE5-7AA5-43BF-8B62-8315119BAFB7}"/>
              </a:ext>
            </a:extLst>
          </p:cNvPr>
          <p:cNvSpPr>
            <a:spLocks xmlns:a="http://schemas.openxmlformats.org/drawingml/2006/main" noGrp="1"/>
          </p:cNvSpPr>
          <p:nvPr>
            <p:ph type="dt" idx="10"/>
          </p:nvPr>
        </p:nvSpPr>
        <p:spPr>
          <a:xfrm xmlns:a="http://schemas.openxmlformats.org/drawingml/2006/main">
            <a:off x="1097280" y="6459785"/>
            <a:ext cx="2472271"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16">
            <a:extLst xmlns:a="http://schemas.openxmlformats.org/drawingml/2006/main">
              <a:ext uri="{FF2B5EF4-FFF2-40B4-BE49-F238E27FC236}">
                <a16:creationId xmlns:a16="http://schemas.microsoft.com/office/drawing/2014/main" id="{0A5C618C-ABC6-4F73-965A-152F000AC854}"/>
              </a:ext>
            </a:extLst>
          </p:cNvPr>
          <p:cNvSpPr>
            <a:spLocks xmlns:a="http://schemas.openxmlformats.org/drawingml/2006/main" noGrp="1"/>
          </p:cNvSpPr>
          <p:nvPr>
            <p:ph type="ftr" idx="11"/>
          </p:nvPr>
        </p:nvSpPr>
        <p:spPr>
          <a:xfrm xmlns:a="http://schemas.openxmlformats.org/drawingml/2006/main">
            <a:off x="3686185" y="6459785"/>
            <a:ext cx="482280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8" name="Google Shape;38;p16">
            <a:extLst xmlns:a="http://schemas.openxmlformats.org/drawingml/2006/main">
              <a:ext uri="{FF2B5EF4-FFF2-40B4-BE49-F238E27FC236}">
                <a16:creationId xmlns:a16="http://schemas.microsoft.com/office/drawing/2014/main" id="{9CB45FB9-2FD4-45BB-A5AD-C628C5A3792D}"/>
              </a:ext>
            </a:extLst>
          </p:cNvPr>
          <p:cNvSpPr>
            <a:spLocks xmlns:a="http://schemas.openxmlformats.org/drawingml/2006/main" noGrp="1"/>
          </p:cNvSpPr>
          <p:nvPr>
            <p:ph type="sldNum" idx="12"/>
          </p:nvPr>
        </p:nvSpPr>
        <p:spPr>
          <a:xfrm xmlns:a="http://schemas.openxmlformats.org/drawingml/2006/main">
            <a:off x="9900458" y="6459785"/>
            <a:ext cx="1312025"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1pPr>
            <a:lvl2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2pPr>
            <a:lvl3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3pPr>
            <a:lvl4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4pPr>
            <a:lvl5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5pPr>
            <a:lvl6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6pPr>
            <a:lvl7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7pPr>
            <a:lvl8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8pPr>
            <a:lvl9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showMasterSp="0" matchingName="Section Header" type="secHead">
  <p:cSld name="SECTION_HEADER">
    <p:bg>
      <p:bgPr>
        <a:solidFill xmlns:a="http://schemas.openxmlformats.org/drawingml/2006/main">
          <a:schemeClr val="lt1"/>
        </a:solidFill>
      </p:bgPr>
    </p:bg>
    <p:spTree>
      <p:nvGrpSpPr>
        <p:cNvPr id="1" name=""/>
        <p:cNvGrpSpPr/>
        <p:nvPr/>
      </p:nvGrpSpPr>
      <p:grpSpPr>
        <a:xfrm xmlns:a="http://schemas.openxmlformats.org/drawingml/2006/main"/>
      </p:grpSpPr>
      <p:sp>
        <p:nvSpPr>
          <p:cNvPr id="40" name="Google Shape;40;p17">
            <a:extLst xmlns:a="http://schemas.openxmlformats.org/drawingml/2006/main">
              <a:ext uri="{FF2B5EF4-FFF2-40B4-BE49-F238E27FC236}">
                <a16:creationId xmlns:a16="http://schemas.microsoft.com/office/drawing/2014/main" id="{C73E6A1A-741E-4F30-978F-62B238C60160}"/>
              </a:ext>
            </a:extLst>
          </p:cNvPr>
          <p:cNvSpPr>
            <a:spLocks xmlns:a="http://schemas.openxmlformats.org/drawingml/2006/main" noGrp="1"/>
          </p:cNvSpPr>
          <p:nvPr/>
        </p:nvSpPr>
        <p:spPr>
          <a:xfrm xmlns:a="http://schemas.openxmlformats.org/drawingml/2006/main">
            <a:off x="3175" y="6400800"/>
            <a:ext cx="12188825" cy="4572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41" name="Google Shape;41;p17">
            <a:extLst xmlns:a="http://schemas.openxmlformats.org/drawingml/2006/main">
              <a:ext uri="{FF2B5EF4-FFF2-40B4-BE49-F238E27FC236}">
                <a16:creationId xmlns:a16="http://schemas.microsoft.com/office/drawing/2014/main" id="{B0D6BA3B-8CBF-4A1F-A89C-F062B293C4A4}"/>
              </a:ext>
            </a:extLst>
          </p:cNvPr>
          <p:cNvSpPr>
            <a:spLocks xmlns:a="http://schemas.openxmlformats.org/drawingml/2006/main" noGrp="1"/>
          </p:cNvSpPr>
          <p:nvPr/>
        </p:nvSpPr>
        <p:spPr>
          <a:xfrm xmlns:a="http://schemas.openxmlformats.org/drawingml/2006/main">
            <a:off x="15" y="6334316"/>
            <a:ext cx="12188825" cy="64008"/>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42" name="Google Shape;42;p17">
            <a:extLst xmlns:a="http://schemas.openxmlformats.org/drawingml/2006/main">
              <a:ext uri="{FF2B5EF4-FFF2-40B4-BE49-F238E27FC236}">
                <a16:creationId xmlns:a16="http://schemas.microsoft.com/office/drawing/2014/main" id="{FDAFFB4F-C9C1-4EBD-9E4F-FB420E23CB4F}"/>
              </a:ext>
            </a:extLst>
          </p:cNvPr>
          <p:cNvSpPr>
            <a:spLocks xmlns:a="http://schemas.openxmlformats.org/drawingml/2006/main" noGrp="1"/>
          </p:cNvSpPr>
          <p:nvPr>
            <p:ph type="title" idx="0"/>
          </p:nvPr>
        </p:nvSpPr>
        <p:spPr>
          <a:xfrm xmlns:a="http://schemas.openxmlformats.org/drawingml/2006/main">
            <a:off x="1097280" y="758952"/>
            <a:ext cx="10058400" cy="3566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85000"/>
              </a:lnSpc>
              <a:spcBef>
                <a:spcPts val="0"/>
              </a:spcBef>
              <a:spcAft>
                <a:spcPts val="0"/>
              </a:spcAft>
              <a:buClr>
                <a:srgbClr val="262626"/>
              </a:buClr>
              <a:buSzPts val="8000"/>
              <a:buFont typeface="Calibri"/>
              <a:buNone/>
              <a:defRPr sz="8000" b="0">
                <a:solidFill>
                  <a:srgbClr val="262626"/>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17">
            <a:extLst xmlns:a="http://schemas.openxmlformats.org/drawingml/2006/main">
              <a:ext uri="{FF2B5EF4-FFF2-40B4-BE49-F238E27FC236}">
                <a16:creationId xmlns:a16="http://schemas.microsoft.com/office/drawing/2014/main" id="{26D60845-2E6E-490F-A726-CDB8773B55CC}"/>
              </a:ext>
            </a:extLst>
          </p:cNvPr>
          <p:cNvSpPr>
            <a:spLocks xmlns:a="http://schemas.openxmlformats.org/drawingml/2006/main" noGrp="1"/>
          </p:cNvSpPr>
          <p:nvPr>
            <p:ph type="body" idx="1"/>
          </p:nvPr>
        </p:nvSpPr>
        <p:spPr>
          <a:xfrm xmlns:a="http://schemas.openxmlformats.org/drawingml/2006/main">
            <a:off x="1097280" y="4453128"/>
            <a:ext cx="100584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200"/>
              </a:spcBef>
              <a:spcAft>
                <a:spcPts val="0"/>
              </a:spcAft>
              <a:buSzPts val="2400"/>
              <a:buNone/>
              <a:defRPr sz="2400" cap="none">
                <a:solidFill>
                  <a:schemeClr val="dk2"/>
                </a:solidFill>
                <a:latin typeface="Calibri"/>
                <a:ea typeface="Calibri"/>
                <a:cs typeface="Calibri"/>
              </a:defRPr>
            </a:lvl1pPr>
            <a:lvl2pPr marL="914400" indent="-228600" algn="l">
              <a:lnSpc>
                <a:spcPct val="90000"/>
              </a:lnSpc>
              <a:spcBef>
                <a:spcPts val="200"/>
              </a:spcBef>
              <a:spcAft>
                <a:spcPts val="0"/>
              </a:spcAft>
              <a:buSzPts val="1800"/>
              <a:buNone/>
              <a:defRPr sz="1800">
                <a:solidFill>
                  <a:srgbClr val="888888"/>
                </a:solidFill>
              </a:defRPr>
            </a:lvl2pPr>
            <a:lvl3pPr marL="1371600" indent="-228600" algn="l">
              <a:lnSpc>
                <a:spcPct val="90000"/>
              </a:lnSpc>
              <a:spcBef>
                <a:spcPts val="400"/>
              </a:spcBef>
              <a:spcAft>
                <a:spcPts val="0"/>
              </a:spcAft>
              <a:buSzPts val="1600"/>
              <a:buNone/>
              <a:defRPr sz="1600">
                <a:solidFill>
                  <a:srgbClr val="888888"/>
                </a:solidFill>
              </a:defRPr>
            </a:lvl3pPr>
            <a:lvl4pPr marL="1828800" indent="-228600" algn="l">
              <a:lnSpc>
                <a:spcPct val="90000"/>
              </a:lnSpc>
              <a:spcBef>
                <a:spcPts val="400"/>
              </a:spcBef>
              <a:spcAft>
                <a:spcPts val="0"/>
              </a:spcAft>
              <a:buSzPts val="1400"/>
              <a:buNone/>
              <a:defRPr sz="1400">
                <a:solidFill>
                  <a:srgbClr val="888888"/>
                </a:solidFill>
              </a:defRPr>
            </a:lvl4pPr>
            <a:lvl5pPr marL="2286000" indent="-228600" algn="l">
              <a:lnSpc>
                <a:spcPct val="90000"/>
              </a:lnSpc>
              <a:spcBef>
                <a:spcPts val="400"/>
              </a:spcBef>
              <a:spcAft>
                <a:spcPts val="0"/>
              </a:spcAft>
              <a:buSzPts val="1400"/>
              <a:buNone/>
              <a:defRPr sz="1400">
                <a:solidFill>
                  <a:srgbClr val="888888"/>
                </a:solidFill>
              </a:defRPr>
            </a:lvl5pPr>
            <a:lvl6pPr marL="2743200" indent="-228600" algn="l">
              <a:lnSpc>
                <a:spcPct val="90000"/>
              </a:lnSpc>
              <a:spcBef>
                <a:spcPts val="400"/>
              </a:spcBef>
              <a:spcAft>
                <a:spcPts val="0"/>
              </a:spcAft>
              <a:buSzPts val="1400"/>
              <a:buNone/>
              <a:defRPr sz="1400">
                <a:solidFill>
                  <a:srgbClr val="888888"/>
                </a:solidFill>
              </a:defRPr>
            </a:lvl6pPr>
            <a:lvl7pPr marL="3200400" indent="-228600" algn="l">
              <a:lnSpc>
                <a:spcPct val="90000"/>
              </a:lnSpc>
              <a:spcBef>
                <a:spcPts val="400"/>
              </a:spcBef>
              <a:spcAft>
                <a:spcPts val="0"/>
              </a:spcAft>
              <a:buSzPts val="1400"/>
              <a:buNone/>
              <a:defRPr sz="1400">
                <a:solidFill>
                  <a:srgbClr val="888888"/>
                </a:solidFill>
              </a:defRPr>
            </a:lvl7pPr>
            <a:lvl8pPr marL="3657600" indent="-228600" algn="l">
              <a:lnSpc>
                <a:spcPct val="90000"/>
              </a:lnSpc>
              <a:spcBef>
                <a:spcPts val="400"/>
              </a:spcBef>
              <a:spcAft>
                <a:spcPts val="0"/>
              </a:spcAft>
              <a:buSzPts val="1400"/>
              <a:buNone/>
              <a:defRPr sz="1400">
                <a:solidFill>
                  <a:srgbClr val="888888"/>
                </a:solidFill>
              </a:defRPr>
            </a:lvl8pPr>
            <a:lvl9pPr marL="4114800" indent="-228600" algn="l">
              <a:lnSpc>
                <a:spcPct val="90000"/>
              </a:lnSpc>
              <a:spcBef>
                <a:spcPts val="400"/>
              </a:spcBef>
              <a:spcAft>
                <a:spcPts val="400"/>
              </a:spcAft>
              <a:buSzPts val="1400"/>
              <a:buNone/>
              <a:defRPr sz="1400">
                <a:solidFill>
                  <a:srgbClr val="888888"/>
                </a:solidFill>
              </a:defRPr>
            </a:lvl9pPr>
          </a:lstStyle>
          <a:p xmlns:a="http://schemas.openxmlformats.org/drawingml/2006/main">
            <a:endParaRPr/>
          </a:p>
        </p:txBody>
      </p:sp>
      <p:sp>
        <p:nvSpPr>
          <p:cNvPr id="44" name="Google Shape;44;p17">
            <a:extLst xmlns:a="http://schemas.openxmlformats.org/drawingml/2006/main">
              <a:ext uri="{FF2B5EF4-FFF2-40B4-BE49-F238E27FC236}">
                <a16:creationId xmlns:a16="http://schemas.microsoft.com/office/drawing/2014/main" id="{DE84B727-0381-4758-9EE2-F7AFDCFBD569}"/>
              </a:ext>
            </a:extLst>
          </p:cNvPr>
          <p:cNvSpPr>
            <a:spLocks xmlns:a="http://schemas.openxmlformats.org/drawingml/2006/main" noGrp="1"/>
          </p:cNvSpPr>
          <p:nvPr>
            <p:ph type="dt" idx="10"/>
          </p:nvPr>
        </p:nvSpPr>
        <p:spPr>
          <a:xfrm xmlns:a="http://schemas.openxmlformats.org/drawingml/2006/main">
            <a:off x="1097280" y="6459785"/>
            <a:ext cx="2472271"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5" name="Google Shape;45;p17">
            <a:extLst xmlns:a="http://schemas.openxmlformats.org/drawingml/2006/main">
              <a:ext uri="{FF2B5EF4-FFF2-40B4-BE49-F238E27FC236}">
                <a16:creationId xmlns:a16="http://schemas.microsoft.com/office/drawing/2014/main" id="{F7E8DEAC-2175-464F-B79B-72ED4A739926}"/>
              </a:ext>
            </a:extLst>
          </p:cNvPr>
          <p:cNvSpPr>
            <a:spLocks xmlns:a="http://schemas.openxmlformats.org/drawingml/2006/main" noGrp="1"/>
          </p:cNvSpPr>
          <p:nvPr>
            <p:ph type="ftr" idx="11"/>
          </p:nvPr>
        </p:nvSpPr>
        <p:spPr>
          <a:xfrm xmlns:a="http://schemas.openxmlformats.org/drawingml/2006/main">
            <a:off x="3686185" y="6459785"/>
            <a:ext cx="482280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6" name="Google Shape;46;p17">
            <a:extLst xmlns:a="http://schemas.openxmlformats.org/drawingml/2006/main">
              <a:ext uri="{FF2B5EF4-FFF2-40B4-BE49-F238E27FC236}">
                <a16:creationId xmlns:a16="http://schemas.microsoft.com/office/drawing/2014/main" id="{4E18E541-F29B-4E00-9197-416B6726BC22}"/>
              </a:ext>
            </a:extLst>
          </p:cNvPr>
          <p:cNvSpPr>
            <a:spLocks xmlns:a="http://schemas.openxmlformats.org/drawingml/2006/main" noGrp="1"/>
          </p:cNvSpPr>
          <p:nvPr>
            <p:ph type="sldNum" idx="12"/>
          </p:nvPr>
        </p:nvSpPr>
        <p:spPr>
          <a:xfrm xmlns:a="http://schemas.openxmlformats.org/drawingml/2006/main">
            <a:off x="9900458" y="6459785"/>
            <a:ext cx="1312025"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1pPr>
            <a:lvl2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2pPr>
            <a:lvl3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3pPr>
            <a:lvl4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4pPr>
            <a:lvl5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5pPr>
            <a:lvl6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6pPr>
            <a:lvl7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7pPr>
            <a:lvl8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8pPr>
            <a:lvl9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47" name="Google Shape;47;p17">
            <a:extLst xmlns:a="http://schemas.openxmlformats.org/drawingml/2006/main">
              <a:ext uri="{FF2B5EF4-FFF2-40B4-BE49-F238E27FC236}">
                <a16:creationId xmlns:a16="http://schemas.microsoft.com/office/drawing/2014/main" id="{2304CB48-B8D3-48E0-92B0-71773B200E85}"/>
              </a:ext>
            </a:extLst>
          </p:cNvPr>
          <p:cNvCxnSpPr/>
          <p:nvPr/>
        </p:nvCxnSpPr>
        <p:spPr>
          <a:xfrm xmlns:a="http://schemas.openxmlformats.org/drawingml/2006/main">
            <a:off x="1207658" y="4343400"/>
            <a:ext cx="9875520" cy="0"/>
          </a:xfrm>
          <a:prstGeom xmlns:a="http://schemas.openxmlformats.org/drawingml/2006/main" prst="straightConnector1">
            <a:avLst/>
          </a:prstGeom>
          <a:ln xmlns:a="http://schemas.openxmlformats.org/drawingml/2006/main" w="9525" cap="flat">
            <a:solidFill>
              <a:srgbClr val="7F7F7F"/>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9" name="Google Shape;49;p18">
            <a:extLst xmlns:a="http://schemas.openxmlformats.org/drawingml/2006/main">
              <a:ext uri="{FF2B5EF4-FFF2-40B4-BE49-F238E27FC236}">
                <a16:creationId xmlns:a16="http://schemas.microsoft.com/office/drawing/2014/main" id="{20C386CF-8D78-4C38-B527-9685EF4E26E4}"/>
              </a:ext>
            </a:extLst>
          </p:cNvPr>
          <p:cNvSpPr>
            <a:spLocks xmlns:a="http://schemas.openxmlformats.org/drawingml/2006/main" noGrp="1"/>
          </p:cNvSpPr>
          <p:nvPr>
            <p:ph type="title" idx="0"/>
          </p:nvPr>
        </p:nvSpPr>
        <p:spPr>
          <a:xfrm xmlns:a="http://schemas.openxmlformats.org/drawingml/2006/main">
            <a:off x="1097280" y="286603"/>
            <a:ext cx="10058400" cy="14507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85000"/>
              </a:lnSpc>
              <a:spcBef>
                <a:spcPts val="0"/>
              </a:spcBef>
              <a:spcAft>
                <a:spcPts val="0"/>
              </a:spcAft>
              <a:buClr>
                <a:srgbClr val="3F3F3F"/>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0" name="Google Shape;50;p18">
            <a:extLst xmlns:a="http://schemas.openxmlformats.org/drawingml/2006/main">
              <a:ext uri="{FF2B5EF4-FFF2-40B4-BE49-F238E27FC236}">
                <a16:creationId xmlns:a16="http://schemas.microsoft.com/office/drawing/2014/main" id="{F6F0A53D-19B6-4C79-A769-E89D4CA6A2D8}"/>
              </a:ext>
            </a:extLst>
          </p:cNvPr>
          <p:cNvSpPr>
            <a:spLocks xmlns:a="http://schemas.openxmlformats.org/drawingml/2006/main" noGrp="1"/>
          </p:cNvSpPr>
          <p:nvPr>
            <p:ph type="body" idx="1"/>
          </p:nvPr>
        </p:nvSpPr>
        <p:spPr>
          <a:xfrm xmlns:a="http://schemas.openxmlformats.org/drawingml/2006/main">
            <a:off x="1097279" y="1845734"/>
            <a:ext cx="493776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45700" rIns="0" bIns="45700" anchor="t">
            <a:normAutofit/>
          </a:bodyPr>
          <a:lstStyle xmlns:a="http://schemas.openxmlformats.org/drawingml/2006/main">
            <a:lvl1pPr marL="457200" indent="-342900" algn="l">
              <a:lnSpc>
                <a:spcPct val="90000"/>
              </a:lnSpc>
              <a:spcBef>
                <a:spcPts val="1200"/>
              </a:spcBef>
              <a:spcAft>
                <a:spcPts val="0"/>
              </a:spcAft>
              <a:buSzPts val="1800"/>
              <a:buChar char=" "/>
              <a:defRPr/>
            </a:lvl1pPr>
            <a:lvl2pPr marL="914400" indent="-342900" algn="l">
              <a:lnSpc>
                <a:spcPct val="90000"/>
              </a:lnSpc>
              <a:spcBef>
                <a:spcPts val="200"/>
              </a:spcBef>
              <a:spcAft>
                <a:spcPts val="0"/>
              </a:spcAft>
              <a:buSzPts val="1800"/>
              <a:buChar char="◦"/>
              <a:defRPr/>
            </a:lvl2pPr>
            <a:lvl3pPr marL="1371600" indent="-342900" algn="l">
              <a:lnSpc>
                <a:spcPct val="90000"/>
              </a:lnSpc>
              <a:spcBef>
                <a:spcPts val="400"/>
              </a:spcBef>
              <a:spcAft>
                <a:spcPts val="0"/>
              </a:spcAft>
              <a:buSzPts val="1800"/>
              <a:buChar char="◦"/>
              <a:defRPr/>
            </a:lvl3pPr>
            <a:lvl4pPr marL="1828800" indent="-342900" algn="l">
              <a:lnSpc>
                <a:spcPct val="90000"/>
              </a:lnSpc>
              <a:spcBef>
                <a:spcPts val="400"/>
              </a:spcBef>
              <a:spcAft>
                <a:spcPts val="0"/>
              </a:spcAft>
              <a:buSzPts val="1800"/>
              <a:buChar char="◦"/>
              <a:defRPr/>
            </a:lvl4pPr>
            <a:lvl5pPr marL="2286000" indent="-342900" algn="l">
              <a:lnSpc>
                <a:spcPct val="90000"/>
              </a:lnSpc>
              <a:spcBef>
                <a:spcPts val="400"/>
              </a:spcBef>
              <a:spcAft>
                <a:spcPts val="0"/>
              </a:spcAft>
              <a:buSzPts val="1800"/>
              <a:buChar char="◦"/>
              <a:defRPr/>
            </a:lvl5pPr>
            <a:lvl6pPr marL="2743200" indent="-342900" algn="l">
              <a:lnSpc>
                <a:spcPct val="90000"/>
              </a:lnSpc>
              <a:spcBef>
                <a:spcPts val="400"/>
              </a:spcBef>
              <a:spcAft>
                <a:spcPts val="0"/>
              </a:spcAft>
              <a:buSzPts val="1800"/>
              <a:buChar char="◦"/>
              <a:defRPr/>
            </a:lvl6pPr>
            <a:lvl7pPr marL="3200400" indent="-342900" algn="l">
              <a:lnSpc>
                <a:spcPct val="90000"/>
              </a:lnSpc>
              <a:spcBef>
                <a:spcPts val="400"/>
              </a:spcBef>
              <a:spcAft>
                <a:spcPts val="0"/>
              </a:spcAft>
              <a:buSzPts val="1800"/>
              <a:buChar char="◦"/>
              <a:defRPr/>
            </a:lvl7pPr>
            <a:lvl8pPr marL="3657600" indent="-342900" algn="l">
              <a:lnSpc>
                <a:spcPct val="90000"/>
              </a:lnSpc>
              <a:spcBef>
                <a:spcPts val="400"/>
              </a:spcBef>
              <a:spcAft>
                <a:spcPts val="0"/>
              </a:spcAft>
              <a:buSzPts val="1800"/>
              <a:buChar char="◦"/>
              <a:defRPr/>
            </a:lvl8pPr>
            <a:lvl9pPr marL="4114800" indent="-342900" algn="l">
              <a:lnSpc>
                <a:spcPct val="90000"/>
              </a:lnSpc>
              <a:spcBef>
                <a:spcPts val="400"/>
              </a:spcBef>
              <a:spcAft>
                <a:spcPts val="400"/>
              </a:spcAft>
              <a:buSzPts val="1800"/>
              <a:buChar char="◦"/>
              <a:defRPr/>
            </a:lvl9pPr>
          </a:lstStyle>
          <a:p xmlns:a="http://schemas.openxmlformats.org/drawingml/2006/main">
            <a:endParaRPr/>
          </a:p>
        </p:txBody>
      </p:sp>
      <p:sp>
        <p:nvSpPr>
          <p:cNvPr id="51" name="Google Shape;51;p18">
            <a:extLst xmlns:a="http://schemas.openxmlformats.org/drawingml/2006/main">
              <a:ext uri="{FF2B5EF4-FFF2-40B4-BE49-F238E27FC236}">
                <a16:creationId xmlns:a16="http://schemas.microsoft.com/office/drawing/2014/main" id="{99140CA2-4914-498E-AD72-4966ADADFFAF}"/>
              </a:ext>
            </a:extLst>
          </p:cNvPr>
          <p:cNvSpPr>
            <a:spLocks xmlns:a="http://schemas.openxmlformats.org/drawingml/2006/main" noGrp="1"/>
          </p:cNvSpPr>
          <p:nvPr>
            <p:ph type="body" idx="2"/>
          </p:nvPr>
        </p:nvSpPr>
        <p:spPr>
          <a:xfrm xmlns:a="http://schemas.openxmlformats.org/drawingml/2006/main">
            <a:off x="6217920" y="1845735"/>
            <a:ext cx="493776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45700" rIns="0" bIns="45700" anchor="t">
            <a:normAutofit/>
          </a:bodyPr>
          <a:lstStyle xmlns:a="http://schemas.openxmlformats.org/drawingml/2006/main">
            <a:lvl1pPr marL="457200" indent="-342900" algn="l">
              <a:lnSpc>
                <a:spcPct val="90000"/>
              </a:lnSpc>
              <a:spcBef>
                <a:spcPts val="1200"/>
              </a:spcBef>
              <a:spcAft>
                <a:spcPts val="0"/>
              </a:spcAft>
              <a:buSzPts val="1800"/>
              <a:buChar char=" "/>
              <a:defRPr/>
            </a:lvl1pPr>
            <a:lvl2pPr marL="914400" indent="-342900" algn="l">
              <a:lnSpc>
                <a:spcPct val="90000"/>
              </a:lnSpc>
              <a:spcBef>
                <a:spcPts val="200"/>
              </a:spcBef>
              <a:spcAft>
                <a:spcPts val="0"/>
              </a:spcAft>
              <a:buSzPts val="1800"/>
              <a:buChar char="◦"/>
              <a:defRPr/>
            </a:lvl2pPr>
            <a:lvl3pPr marL="1371600" indent="-342900" algn="l">
              <a:lnSpc>
                <a:spcPct val="90000"/>
              </a:lnSpc>
              <a:spcBef>
                <a:spcPts val="400"/>
              </a:spcBef>
              <a:spcAft>
                <a:spcPts val="0"/>
              </a:spcAft>
              <a:buSzPts val="1800"/>
              <a:buChar char="◦"/>
              <a:defRPr/>
            </a:lvl3pPr>
            <a:lvl4pPr marL="1828800" indent="-342900" algn="l">
              <a:lnSpc>
                <a:spcPct val="90000"/>
              </a:lnSpc>
              <a:spcBef>
                <a:spcPts val="400"/>
              </a:spcBef>
              <a:spcAft>
                <a:spcPts val="0"/>
              </a:spcAft>
              <a:buSzPts val="1800"/>
              <a:buChar char="◦"/>
              <a:defRPr/>
            </a:lvl4pPr>
            <a:lvl5pPr marL="2286000" indent="-342900" algn="l">
              <a:lnSpc>
                <a:spcPct val="90000"/>
              </a:lnSpc>
              <a:spcBef>
                <a:spcPts val="400"/>
              </a:spcBef>
              <a:spcAft>
                <a:spcPts val="0"/>
              </a:spcAft>
              <a:buSzPts val="1800"/>
              <a:buChar char="◦"/>
              <a:defRPr/>
            </a:lvl5pPr>
            <a:lvl6pPr marL="2743200" indent="-342900" algn="l">
              <a:lnSpc>
                <a:spcPct val="90000"/>
              </a:lnSpc>
              <a:spcBef>
                <a:spcPts val="400"/>
              </a:spcBef>
              <a:spcAft>
                <a:spcPts val="0"/>
              </a:spcAft>
              <a:buSzPts val="1800"/>
              <a:buChar char="◦"/>
              <a:defRPr/>
            </a:lvl6pPr>
            <a:lvl7pPr marL="3200400" indent="-342900" algn="l">
              <a:lnSpc>
                <a:spcPct val="90000"/>
              </a:lnSpc>
              <a:spcBef>
                <a:spcPts val="400"/>
              </a:spcBef>
              <a:spcAft>
                <a:spcPts val="0"/>
              </a:spcAft>
              <a:buSzPts val="1800"/>
              <a:buChar char="◦"/>
              <a:defRPr/>
            </a:lvl7pPr>
            <a:lvl8pPr marL="3657600" indent="-342900" algn="l">
              <a:lnSpc>
                <a:spcPct val="90000"/>
              </a:lnSpc>
              <a:spcBef>
                <a:spcPts val="400"/>
              </a:spcBef>
              <a:spcAft>
                <a:spcPts val="0"/>
              </a:spcAft>
              <a:buSzPts val="1800"/>
              <a:buChar char="◦"/>
              <a:defRPr/>
            </a:lvl8pPr>
            <a:lvl9pPr marL="4114800" indent="-342900" algn="l">
              <a:lnSpc>
                <a:spcPct val="90000"/>
              </a:lnSpc>
              <a:spcBef>
                <a:spcPts val="400"/>
              </a:spcBef>
              <a:spcAft>
                <a:spcPts val="400"/>
              </a:spcAft>
              <a:buSzPts val="1800"/>
              <a:buChar char="◦"/>
              <a:defRPr/>
            </a:lvl9pPr>
          </a:lstStyle>
          <a:p xmlns:a="http://schemas.openxmlformats.org/drawingml/2006/main">
            <a:endParaRPr/>
          </a:p>
        </p:txBody>
      </p:sp>
      <p:sp>
        <p:nvSpPr>
          <p:cNvPr id="52" name="Google Shape;52;p18">
            <a:extLst xmlns:a="http://schemas.openxmlformats.org/drawingml/2006/main">
              <a:ext uri="{FF2B5EF4-FFF2-40B4-BE49-F238E27FC236}">
                <a16:creationId xmlns:a16="http://schemas.microsoft.com/office/drawing/2014/main" id="{7DA08B99-02FB-457C-9583-4CE1CA9A6C01}"/>
              </a:ext>
            </a:extLst>
          </p:cNvPr>
          <p:cNvSpPr>
            <a:spLocks xmlns:a="http://schemas.openxmlformats.org/drawingml/2006/main" noGrp="1"/>
          </p:cNvSpPr>
          <p:nvPr>
            <p:ph type="dt" idx="10"/>
          </p:nvPr>
        </p:nvSpPr>
        <p:spPr>
          <a:xfrm xmlns:a="http://schemas.openxmlformats.org/drawingml/2006/main">
            <a:off x="1097280" y="6459785"/>
            <a:ext cx="2472271"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3" name="Google Shape;53;p18">
            <a:extLst xmlns:a="http://schemas.openxmlformats.org/drawingml/2006/main">
              <a:ext uri="{FF2B5EF4-FFF2-40B4-BE49-F238E27FC236}">
                <a16:creationId xmlns:a16="http://schemas.microsoft.com/office/drawing/2014/main" id="{E1A673AC-13F7-431B-9C18-2005C11595B5}"/>
              </a:ext>
            </a:extLst>
          </p:cNvPr>
          <p:cNvSpPr>
            <a:spLocks xmlns:a="http://schemas.openxmlformats.org/drawingml/2006/main" noGrp="1"/>
          </p:cNvSpPr>
          <p:nvPr>
            <p:ph type="ftr" idx="11"/>
          </p:nvPr>
        </p:nvSpPr>
        <p:spPr>
          <a:xfrm xmlns:a="http://schemas.openxmlformats.org/drawingml/2006/main">
            <a:off x="3686185" y="6459785"/>
            <a:ext cx="482280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4" name="Google Shape;54;p18">
            <a:extLst xmlns:a="http://schemas.openxmlformats.org/drawingml/2006/main">
              <a:ext uri="{FF2B5EF4-FFF2-40B4-BE49-F238E27FC236}">
                <a16:creationId xmlns:a16="http://schemas.microsoft.com/office/drawing/2014/main" id="{5D558CB5-6826-49CC-9035-59E2DA9AEDD7}"/>
              </a:ext>
            </a:extLst>
          </p:cNvPr>
          <p:cNvSpPr>
            <a:spLocks xmlns:a="http://schemas.openxmlformats.org/drawingml/2006/main" noGrp="1"/>
          </p:cNvSpPr>
          <p:nvPr>
            <p:ph type="sldNum" idx="12"/>
          </p:nvPr>
        </p:nvSpPr>
        <p:spPr>
          <a:xfrm xmlns:a="http://schemas.openxmlformats.org/drawingml/2006/main">
            <a:off x="9900458" y="6459785"/>
            <a:ext cx="1312025"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1pPr>
            <a:lvl2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2pPr>
            <a:lvl3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3pPr>
            <a:lvl4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4pPr>
            <a:lvl5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5pPr>
            <a:lvl6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6pPr>
            <a:lvl7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7pPr>
            <a:lvl8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8pPr>
            <a:lvl9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6" name="Google Shape;56;p19">
            <a:extLst xmlns:a="http://schemas.openxmlformats.org/drawingml/2006/main">
              <a:ext uri="{FF2B5EF4-FFF2-40B4-BE49-F238E27FC236}">
                <a16:creationId xmlns:a16="http://schemas.microsoft.com/office/drawing/2014/main" id="{3BF5E294-A031-47B9-8328-A4E32677EC96}"/>
              </a:ext>
            </a:extLst>
          </p:cNvPr>
          <p:cNvSpPr>
            <a:spLocks xmlns:a="http://schemas.openxmlformats.org/drawingml/2006/main" noGrp="1"/>
          </p:cNvSpPr>
          <p:nvPr>
            <p:ph type="title" idx="0"/>
          </p:nvPr>
        </p:nvSpPr>
        <p:spPr>
          <a:xfrm xmlns:a="http://schemas.openxmlformats.org/drawingml/2006/main">
            <a:off x="1097280" y="286603"/>
            <a:ext cx="10058400" cy="14507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85000"/>
              </a:lnSpc>
              <a:spcBef>
                <a:spcPts val="0"/>
              </a:spcBef>
              <a:spcAft>
                <a:spcPts val="0"/>
              </a:spcAft>
              <a:buClr>
                <a:srgbClr val="3F3F3F"/>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7" name="Google Shape;57;p19">
            <a:extLst xmlns:a="http://schemas.openxmlformats.org/drawingml/2006/main">
              <a:ext uri="{FF2B5EF4-FFF2-40B4-BE49-F238E27FC236}">
                <a16:creationId xmlns:a16="http://schemas.microsoft.com/office/drawing/2014/main" id="{B86E79B7-9CC9-437C-80EF-C533F3E28E15}"/>
              </a:ext>
            </a:extLst>
          </p:cNvPr>
          <p:cNvSpPr>
            <a:spLocks xmlns:a="http://schemas.openxmlformats.org/drawingml/2006/main" noGrp="1"/>
          </p:cNvSpPr>
          <p:nvPr>
            <p:ph type="body" idx="1"/>
          </p:nvPr>
        </p:nvSpPr>
        <p:spPr>
          <a:xfrm xmlns:a="http://schemas.openxmlformats.org/drawingml/2006/main">
            <a:off x="1097280" y="1846052"/>
            <a:ext cx="4937760" cy="7362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1200"/>
              </a:spcBef>
              <a:spcAft>
                <a:spcPts val="0"/>
              </a:spcAft>
              <a:buSzPts val="2000"/>
              <a:buNone/>
              <a:defRPr sz="2000" b="0" cap="none">
                <a:solidFill>
                  <a:schemeClr val="dk2"/>
                </a:solidFill>
              </a:defRPr>
            </a:lvl1pPr>
            <a:lvl2pPr marL="914400" indent="-228600" algn="l">
              <a:lnSpc>
                <a:spcPct val="90000"/>
              </a:lnSpc>
              <a:spcBef>
                <a:spcPts val="200"/>
              </a:spcBef>
              <a:spcAft>
                <a:spcPts val="0"/>
              </a:spcAft>
              <a:buSzPts val="2000"/>
              <a:buNone/>
              <a:defRPr sz="2000" b="1"/>
            </a:lvl2pPr>
            <a:lvl3pPr marL="1371600" indent="-228600" algn="l">
              <a:lnSpc>
                <a:spcPct val="90000"/>
              </a:lnSpc>
              <a:spcBef>
                <a:spcPts val="400"/>
              </a:spcBef>
              <a:spcAft>
                <a:spcPts val="0"/>
              </a:spcAft>
              <a:buSzPts val="1800"/>
              <a:buNone/>
              <a:defRPr sz="1800" b="1"/>
            </a:lvl3pPr>
            <a:lvl4pPr marL="1828800" indent="-228600" algn="l">
              <a:lnSpc>
                <a:spcPct val="90000"/>
              </a:lnSpc>
              <a:spcBef>
                <a:spcPts val="400"/>
              </a:spcBef>
              <a:spcAft>
                <a:spcPts val="0"/>
              </a:spcAft>
              <a:buSzPts val="1600"/>
              <a:buNone/>
              <a:defRPr sz="1600" b="1"/>
            </a:lvl4pPr>
            <a:lvl5pPr marL="2286000" indent="-228600" algn="l">
              <a:lnSpc>
                <a:spcPct val="90000"/>
              </a:lnSpc>
              <a:spcBef>
                <a:spcPts val="400"/>
              </a:spcBef>
              <a:spcAft>
                <a:spcPts val="0"/>
              </a:spcAft>
              <a:buSzPts val="1600"/>
              <a:buNone/>
              <a:defRPr sz="1600" b="1"/>
            </a:lvl5pPr>
            <a:lvl6pPr marL="2743200" indent="-228600" algn="l">
              <a:lnSpc>
                <a:spcPct val="90000"/>
              </a:lnSpc>
              <a:spcBef>
                <a:spcPts val="400"/>
              </a:spcBef>
              <a:spcAft>
                <a:spcPts val="0"/>
              </a:spcAft>
              <a:buSzPts val="1600"/>
              <a:buNone/>
              <a:defRPr sz="1600" b="1"/>
            </a:lvl6pPr>
            <a:lvl7pPr marL="3200400" indent="-228600" algn="l">
              <a:lnSpc>
                <a:spcPct val="90000"/>
              </a:lnSpc>
              <a:spcBef>
                <a:spcPts val="400"/>
              </a:spcBef>
              <a:spcAft>
                <a:spcPts val="0"/>
              </a:spcAft>
              <a:buSzPts val="1600"/>
              <a:buNone/>
              <a:defRPr sz="1600" b="1"/>
            </a:lvl7pPr>
            <a:lvl8pPr marL="3657600" indent="-228600" algn="l">
              <a:lnSpc>
                <a:spcPct val="90000"/>
              </a:lnSpc>
              <a:spcBef>
                <a:spcPts val="400"/>
              </a:spcBef>
              <a:spcAft>
                <a:spcPts val="0"/>
              </a:spcAft>
              <a:buSzPts val="1600"/>
              <a:buNone/>
              <a:defRPr sz="1600" b="1"/>
            </a:lvl8pPr>
            <a:lvl9pPr marL="4114800" indent="-228600" algn="l">
              <a:lnSpc>
                <a:spcPct val="90000"/>
              </a:lnSpc>
              <a:spcBef>
                <a:spcPts val="400"/>
              </a:spcBef>
              <a:spcAft>
                <a:spcPts val="400"/>
              </a:spcAft>
              <a:buSzPts val="1600"/>
              <a:buNone/>
              <a:defRPr sz="1600" b="1"/>
            </a:lvl9pPr>
          </a:lstStyle>
          <a:p xmlns:a="http://schemas.openxmlformats.org/drawingml/2006/main">
            <a:endParaRPr/>
          </a:p>
        </p:txBody>
      </p:sp>
      <p:sp>
        <p:nvSpPr>
          <p:cNvPr id="58" name="Google Shape;58;p19">
            <a:extLst xmlns:a="http://schemas.openxmlformats.org/drawingml/2006/main">
              <a:ext uri="{FF2B5EF4-FFF2-40B4-BE49-F238E27FC236}">
                <a16:creationId xmlns:a16="http://schemas.microsoft.com/office/drawing/2014/main" id="{34C7DEC5-55F6-4B66-93D0-AF210B0DC9EC}"/>
              </a:ext>
            </a:extLst>
          </p:cNvPr>
          <p:cNvSpPr>
            <a:spLocks xmlns:a="http://schemas.openxmlformats.org/drawingml/2006/main" noGrp="1"/>
          </p:cNvSpPr>
          <p:nvPr>
            <p:ph type="body" idx="2"/>
          </p:nvPr>
        </p:nvSpPr>
        <p:spPr>
          <a:xfrm xmlns:a="http://schemas.openxmlformats.org/drawingml/2006/main">
            <a:off x="1097280" y="2582334"/>
            <a:ext cx="4937760" cy="337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45700" rIns="0" bIns="45700" anchor="t">
            <a:normAutofit/>
          </a:bodyPr>
          <a:lstStyle xmlns:a="http://schemas.openxmlformats.org/drawingml/2006/main">
            <a:lvl1pPr marL="457200" indent="-342900" algn="l">
              <a:lnSpc>
                <a:spcPct val="90000"/>
              </a:lnSpc>
              <a:spcBef>
                <a:spcPts val="1200"/>
              </a:spcBef>
              <a:spcAft>
                <a:spcPts val="0"/>
              </a:spcAft>
              <a:buSzPts val="1800"/>
              <a:buChar char=" "/>
              <a:defRPr/>
            </a:lvl1pPr>
            <a:lvl2pPr marL="914400" indent="-342900" algn="l">
              <a:lnSpc>
                <a:spcPct val="90000"/>
              </a:lnSpc>
              <a:spcBef>
                <a:spcPts val="200"/>
              </a:spcBef>
              <a:spcAft>
                <a:spcPts val="0"/>
              </a:spcAft>
              <a:buSzPts val="1800"/>
              <a:buChar char="◦"/>
              <a:defRPr/>
            </a:lvl2pPr>
            <a:lvl3pPr marL="1371600" indent="-342900" algn="l">
              <a:lnSpc>
                <a:spcPct val="90000"/>
              </a:lnSpc>
              <a:spcBef>
                <a:spcPts val="400"/>
              </a:spcBef>
              <a:spcAft>
                <a:spcPts val="0"/>
              </a:spcAft>
              <a:buSzPts val="1800"/>
              <a:buChar char="◦"/>
              <a:defRPr/>
            </a:lvl3pPr>
            <a:lvl4pPr marL="1828800" indent="-342900" algn="l">
              <a:lnSpc>
                <a:spcPct val="90000"/>
              </a:lnSpc>
              <a:spcBef>
                <a:spcPts val="400"/>
              </a:spcBef>
              <a:spcAft>
                <a:spcPts val="0"/>
              </a:spcAft>
              <a:buSzPts val="1800"/>
              <a:buChar char="◦"/>
              <a:defRPr/>
            </a:lvl4pPr>
            <a:lvl5pPr marL="2286000" indent="-342900" algn="l">
              <a:lnSpc>
                <a:spcPct val="90000"/>
              </a:lnSpc>
              <a:spcBef>
                <a:spcPts val="400"/>
              </a:spcBef>
              <a:spcAft>
                <a:spcPts val="0"/>
              </a:spcAft>
              <a:buSzPts val="1800"/>
              <a:buChar char="◦"/>
              <a:defRPr/>
            </a:lvl5pPr>
            <a:lvl6pPr marL="2743200" indent="-342900" algn="l">
              <a:lnSpc>
                <a:spcPct val="90000"/>
              </a:lnSpc>
              <a:spcBef>
                <a:spcPts val="400"/>
              </a:spcBef>
              <a:spcAft>
                <a:spcPts val="0"/>
              </a:spcAft>
              <a:buSzPts val="1800"/>
              <a:buChar char="◦"/>
              <a:defRPr/>
            </a:lvl6pPr>
            <a:lvl7pPr marL="3200400" indent="-342900" algn="l">
              <a:lnSpc>
                <a:spcPct val="90000"/>
              </a:lnSpc>
              <a:spcBef>
                <a:spcPts val="400"/>
              </a:spcBef>
              <a:spcAft>
                <a:spcPts val="0"/>
              </a:spcAft>
              <a:buSzPts val="1800"/>
              <a:buChar char="◦"/>
              <a:defRPr/>
            </a:lvl7pPr>
            <a:lvl8pPr marL="3657600" indent="-342900" algn="l">
              <a:lnSpc>
                <a:spcPct val="90000"/>
              </a:lnSpc>
              <a:spcBef>
                <a:spcPts val="400"/>
              </a:spcBef>
              <a:spcAft>
                <a:spcPts val="0"/>
              </a:spcAft>
              <a:buSzPts val="1800"/>
              <a:buChar char="◦"/>
              <a:defRPr/>
            </a:lvl8pPr>
            <a:lvl9pPr marL="4114800" indent="-342900" algn="l">
              <a:lnSpc>
                <a:spcPct val="90000"/>
              </a:lnSpc>
              <a:spcBef>
                <a:spcPts val="400"/>
              </a:spcBef>
              <a:spcAft>
                <a:spcPts val="400"/>
              </a:spcAft>
              <a:buSzPts val="1800"/>
              <a:buChar char="◦"/>
              <a:defRPr/>
            </a:lvl9pPr>
          </a:lstStyle>
          <a:p xmlns:a="http://schemas.openxmlformats.org/drawingml/2006/main">
            <a:endParaRPr/>
          </a:p>
        </p:txBody>
      </p:sp>
      <p:sp>
        <p:nvSpPr>
          <p:cNvPr id="59" name="Google Shape;59;p19">
            <a:extLst xmlns:a="http://schemas.openxmlformats.org/drawingml/2006/main">
              <a:ext uri="{FF2B5EF4-FFF2-40B4-BE49-F238E27FC236}">
                <a16:creationId xmlns:a16="http://schemas.microsoft.com/office/drawing/2014/main" id="{719F0328-AFA8-41E9-85B1-A2AB5E62C00C}"/>
              </a:ext>
            </a:extLst>
          </p:cNvPr>
          <p:cNvSpPr>
            <a:spLocks xmlns:a="http://schemas.openxmlformats.org/drawingml/2006/main" noGrp="1"/>
          </p:cNvSpPr>
          <p:nvPr>
            <p:ph type="body" idx="3"/>
          </p:nvPr>
        </p:nvSpPr>
        <p:spPr>
          <a:xfrm xmlns:a="http://schemas.openxmlformats.org/drawingml/2006/main">
            <a:off x="6217920" y="1846052"/>
            <a:ext cx="4937760" cy="7362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1200"/>
              </a:spcBef>
              <a:spcAft>
                <a:spcPts val="0"/>
              </a:spcAft>
              <a:buSzPts val="2000"/>
              <a:buNone/>
              <a:defRPr sz="2000" b="0" cap="none">
                <a:solidFill>
                  <a:schemeClr val="dk2"/>
                </a:solidFill>
              </a:defRPr>
            </a:lvl1pPr>
            <a:lvl2pPr marL="914400" indent="-228600" algn="l">
              <a:lnSpc>
                <a:spcPct val="90000"/>
              </a:lnSpc>
              <a:spcBef>
                <a:spcPts val="200"/>
              </a:spcBef>
              <a:spcAft>
                <a:spcPts val="0"/>
              </a:spcAft>
              <a:buSzPts val="2000"/>
              <a:buNone/>
              <a:defRPr sz="2000" b="1"/>
            </a:lvl2pPr>
            <a:lvl3pPr marL="1371600" indent="-228600" algn="l">
              <a:lnSpc>
                <a:spcPct val="90000"/>
              </a:lnSpc>
              <a:spcBef>
                <a:spcPts val="400"/>
              </a:spcBef>
              <a:spcAft>
                <a:spcPts val="0"/>
              </a:spcAft>
              <a:buSzPts val="1800"/>
              <a:buNone/>
              <a:defRPr sz="1800" b="1"/>
            </a:lvl3pPr>
            <a:lvl4pPr marL="1828800" indent="-228600" algn="l">
              <a:lnSpc>
                <a:spcPct val="90000"/>
              </a:lnSpc>
              <a:spcBef>
                <a:spcPts val="400"/>
              </a:spcBef>
              <a:spcAft>
                <a:spcPts val="0"/>
              </a:spcAft>
              <a:buSzPts val="1600"/>
              <a:buNone/>
              <a:defRPr sz="1600" b="1"/>
            </a:lvl4pPr>
            <a:lvl5pPr marL="2286000" indent="-228600" algn="l">
              <a:lnSpc>
                <a:spcPct val="90000"/>
              </a:lnSpc>
              <a:spcBef>
                <a:spcPts val="400"/>
              </a:spcBef>
              <a:spcAft>
                <a:spcPts val="0"/>
              </a:spcAft>
              <a:buSzPts val="1600"/>
              <a:buNone/>
              <a:defRPr sz="1600" b="1"/>
            </a:lvl5pPr>
            <a:lvl6pPr marL="2743200" indent="-228600" algn="l">
              <a:lnSpc>
                <a:spcPct val="90000"/>
              </a:lnSpc>
              <a:spcBef>
                <a:spcPts val="400"/>
              </a:spcBef>
              <a:spcAft>
                <a:spcPts val="0"/>
              </a:spcAft>
              <a:buSzPts val="1600"/>
              <a:buNone/>
              <a:defRPr sz="1600" b="1"/>
            </a:lvl6pPr>
            <a:lvl7pPr marL="3200400" indent="-228600" algn="l">
              <a:lnSpc>
                <a:spcPct val="90000"/>
              </a:lnSpc>
              <a:spcBef>
                <a:spcPts val="400"/>
              </a:spcBef>
              <a:spcAft>
                <a:spcPts val="0"/>
              </a:spcAft>
              <a:buSzPts val="1600"/>
              <a:buNone/>
              <a:defRPr sz="1600" b="1"/>
            </a:lvl7pPr>
            <a:lvl8pPr marL="3657600" indent="-228600" algn="l">
              <a:lnSpc>
                <a:spcPct val="90000"/>
              </a:lnSpc>
              <a:spcBef>
                <a:spcPts val="400"/>
              </a:spcBef>
              <a:spcAft>
                <a:spcPts val="0"/>
              </a:spcAft>
              <a:buSzPts val="1600"/>
              <a:buNone/>
              <a:defRPr sz="1600" b="1"/>
            </a:lvl8pPr>
            <a:lvl9pPr marL="4114800" indent="-228600" algn="l">
              <a:lnSpc>
                <a:spcPct val="90000"/>
              </a:lnSpc>
              <a:spcBef>
                <a:spcPts val="400"/>
              </a:spcBef>
              <a:spcAft>
                <a:spcPts val="400"/>
              </a:spcAft>
              <a:buSzPts val="1600"/>
              <a:buNone/>
              <a:defRPr sz="1600" b="1"/>
            </a:lvl9pPr>
          </a:lstStyle>
          <a:p xmlns:a="http://schemas.openxmlformats.org/drawingml/2006/main">
            <a:endParaRPr/>
          </a:p>
        </p:txBody>
      </p:sp>
      <p:sp>
        <p:nvSpPr>
          <p:cNvPr id="60" name="Google Shape;60;p19">
            <a:extLst xmlns:a="http://schemas.openxmlformats.org/drawingml/2006/main">
              <a:ext uri="{FF2B5EF4-FFF2-40B4-BE49-F238E27FC236}">
                <a16:creationId xmlns:a16="http://schemas.microsoft.com/office/drawing/2014/main" id="{7158841A-5B88-4D06-B9AC-E144BC7217F8}"/>
              </a:ext>
            </a:extLst>
          </p:cNvPr>
          <p:cNvSpPr>
            <a:spLocks xmlns:a="http://schemas.openxmlformats.org/drawingml/2006/main" noGrp="1"/>
          </p:cNvSpPr>
          <p:nvPr>
            <p:ph type="body" idx="4"/>
          </p:nvPr>
        </p:nvSpPr>
        <p:spPr>
          <a:xfrm xmlns:a="http://schemas.openxmlformats.org/drawingml/2006/main">
            <a:off x="6217920" y="2582334"/>
            <a:ext cx="4937760" cy="337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45700" rIns="0" bIns="45700" anchor="t">
            <a:normAutofit/>
          </a:bodyPr>
          <a:lstStyle xmlns:a="http://schemas.openxmlformats.org/drawingml/2006/main">
            <a:lvl1pPr marL="457200" indent="-342900" algn="l">
              <a:lnSpc>
                <a:spcPct val="90000"/>
              </a:lnSpc>
              <a:spcBef>
                <a:spcPts val="1200"/>
              </a:spcBef>
              <a:spcAft>
                <a:spcPts val="0"/>
              </a:spcAft>
              <a:buSzPts val="1800"/>
              <a:buChar char=" "/>
              <a:defRPr/>
            </a:lvl1pPr>
            <a:lvl2pPr marL="914400" indent="-342900" algn="l">
              <a:lnSpc>
                <a:spcPct val="90000"/>
              </a:lnSpc>
              <a:spcBef>
                <a:spcPts val="200"/>
              </a:spcBef>
              <a:spcAft>
                <a:spcPts val="0"/>
              </a:spcAft>
              <a:buSzPts val="1800"/>
              <a:buChar char="◦"/>
              <a:defRPr/>
            </a:lvl2pPr>
            <a:lvl3pPr marL="1371600" indent="-342900" algn="l">
              <a:lnSpc>
                <a:spcPct val="90000"/>
              </a:lnSpc>
              <a:spcBef>
                <a:spcPts val="400"/>
              </a:spcBef>
              <a:spcAft>
                <a:spcPts val="0"/>
              </a:spcAft>
              <a:buSzPts val="1800"/>
              <a:buChar char="◦"/>
              <a:defRPr/>
            </a:lvl3pPr>
            <a:lvl4pPr marL="1828800" indent="-342900" algn="l">
              <a:lnSpc>
                <a:spcPct val="90000"/>
              </a:lnSpc>
              <a:spcBef>
                <a:spcPts val="400"/>
              </a:spcBef>
              <a:spcAft>
                <a:spcPts val="0"/>
              </a:spcAft>
              <a:buSzPts val="1800"/>
              <a:buChar char="◦"/>
              <a:defRPr/>
            </a:lvl4pPr>
            <a:lvl5pPr marL="2286000" indent="-342900" algn="l">
              <a:lnSpc>
                <a:spcPct val="90000"/>
              </a:lnSpc>
              <a:spcBef>
                <a:spcPts val="400"/>
              </a:spcBef>
              <a:spcAft>
                <a:spcPts val="0"/>
              </a:spcAft>
              <a:buSzPts val="1800"/>
              <a:buChar char="◦"/>
              <a:defRPr/>
            </a:lvl5pPr>
            <a:lvl6pPr marL="2743200" indent="-342900" algn="l">
              <a:lnSpc>
                <a:spcPct val="90000"/>
              </a:lnSpc>
              <a:spcBef>
                <a:spcPts val="400"/>
              </a:spcBef>
              <a:spcAft>
                <a:spcPts val="0"/>
              </a:spcAft>
              <a:buSzPts val="1800"/>
              <a:buChar char="◦"/>
              <a:defRPr/>
            </a:lvl6pPr>
            <a:lvl7pPr marL="3200400" indent="-342900" algn="l">
              <a:lnSpc>
                <a:spcPct val="90000"/>
              </a:lnSpc>
              <a:spcBef>
                <a:spcPts val="400"/>
              </a:spcBef>
              <a:spcAft>
                <a:spcPts val="0"/>
              </a:spcAft>
              <a:buSzPts val="1800"/>
              <a:buChar char="◦"/>
              <a:defRPr/>
            </a:lvl7pPr>
            <a:lvl8pPr marL="3657600" indent="-342900" algn="l">
              <a:lnSpc>
                <a:spcPct val="90000"/>
              </a:lnSpc>
              <a:spcBef>
                <a:spcPts val="400"/>
              </a:spcBef>
              <a:spcAft>
                <a:spcPts val="0"/>
              </a:spcAft>
              <a:buSzPts val="1800"/>
              <a:buChar char="◦"/>
              <a:defRPr/>
            </a:lvl8pPr>
            <a:lvl9pPr marL="4114800" indent="-342900" algn="l">
              <a:lnSpc>
                <a:spcPct val="90000"/>
              </a:lnSpc>
              <a:spcBef>
                <a:spcPts val="400"/>
              </a:spcBef>
              <a:spcAft>
                <a:spcPts val="400"/>
              </a:spcAft>
              <a:buSzPts val="1800"/>
              <a:buChar char="◦"/>
              <a:defRPr/>
            </a:lvl9pPr>
          </a:lstStyle>
          <a:p xmlns:a="http://schemas.openxmlformats.org/drawingml/2006/main">
            <a:endParaRPr/>
          </a:p>
        </p:txBody>
      </p:sp>
      <p:sp>
        <p:nvSpPr>
          <p:cNvPr id="61" name="Google Shape;61;p19">
            <a:extLst xmlns:a="http://schemas.openxmlformats.org/drawingml/2006/main">
              <a:ext uri="{FF2B5EF4-FFF2-40B4-BE49-F238E27FC236}">
                <a16:creationId xmlns:a16="http://schemas.microsoft.com/office/drawing/2014/main" id="{E8D5523B-B84D-4E2E-A813-436CCA1E8F4C}"/>
              </a:ext>
            </a:extLst>
          </p:cNvPr>
          <p:cNvSpPr>
            <a:spLocks xmlns:a="http://schemas.openxmlformats.org/drawingml/2006/main" noGrp="1"/>
          </p:cNvSpPr>
          <p:nvPr>
            <p:ph type="dt" idx="10"/>
          </p:nvPr>
        </p:nvSpPr>
        <p:spPr>
          <a:xfrm xmlns:a="http://schemas.openxmlformats.org/drawingml/2006/main">
            <a:off x="1097280" y="6459785"/>
            <a:ext cx="2472271"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2" name="Google Shape;62;p19">
            <a:extLst xmlns:a="http://schemas.openxmlformats.org/drawingml/2006/main">
              <a:ext uri="{FF2B5EF4-FFF2-40B4-BE49-F238E27FC236}">
                <a16:creationId xmlns:a16="http://schemas.microsoft.com/office/drawing/2014/main" id="{A152C7BA-0A1E-47C5-BC20-4CA2F2E2F7BB}"/>
              </a:ext>
            </a:extLst>
          </p:cNvPr>
          <p:cNvSpPr>
            <a:spLocks xmlns:a="http://schemas.openxmlformats.org/drawingml/2006/main" noGrp="1"/>
          </p:cNvSpPr>
          <p:nvPr>
            <p:ph type="ftr" idx="11"/>
          </p:nvPr>
        </p:nvSpPr>
        <p:spPr>
          <a:xfrm xmlns:a="http://schemas.openxmlformats.org/drawingml/2006/main">
            <a:off x="3686185" y="6459785"/>
            <a:ext cx="482280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3" name="Google Shape;63;p19">
            <a:extLst xmlns:a="http://schemas.openxmlformats.org/drawingml/2006/main">
              <a:ext uri="{FF2B5EF4-FFF2-40B4-BE49-F238E27FC236}">
                <a16:creationId xmlns:a16="http://schemas.microsoft.com/office/drawing/2014/main" id="{856F692C-F74D-4540-9FC0-0C371ECA9543}"/>
              </a:ext>
            </a:extLst>
          </p:cNvPr>
          <p:cNvSpPr>
            <a:spLocks xmlns:a="http://schemas.openxmlformats.org/drawingml/2006/main" noGrp="1"/>
          </p:cNvSpPr>
          <p:nvPr>
            <p:ph type="sldNum" idx="12"/>
          </p:nvPr>
        </p:nvSpPr>
        <p:spPr>
          <a:xfrm xmlns:a="http://schemas.openxmlformats.org/drawingml/2006/main">
            <a:off x="9900458" y="6459785"/>
            <a:ext cx="1312025"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1pPr>
            <a:lvl2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2pPr>
            <a:lvl3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3pPr>
            <a:lvl4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4pPr>
            <a:lvl5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5pPr>
            <a:lvl6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6pPr>
            <a:lvl7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7pPr>
            <a:lvl8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8pPr>
            <a:lvl9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65" name="Google Shape;65;p20">
            <a:extLst xmlns:a="http://schemas.openxmlformats.org/drawingml/2006/main">
              <a:ext uri="{FF2B5EF4-FFF2-40B4-BE49-F238E27FC236}">
                <a16:creationId xmlns:a16="http://schemas.microsoft.com/office/drawing/2014/main" id="{06BDDBE3-716F-43A2-8E32-7C5BDD87487C}"/>
              </a:ext>
            </a:extLst>
          </p:cNvPr>
          <p:cNvSpPr>
            <a:spLocks xmlns:a="http://schemas.openxmlformats.org/drawingml/2006/main" noGrp="1"/>
          </p:cNvSpPr>
          <p:nvPr>
            <p:ph type="title" idx="0"/>
          </p:nvPr>
        </p:nvSpPr>
        <p:spPr>
          <a:xfrm xmlns:a="http://schemas.openxmlformats.org/drawingml/2006/main">
            <a:off x="1097280" y="286603"/>
            <a:ext cx="10058400" cy="14507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85000"/>
              </a:lnSpc>
              <a:spcBef>
                <a:spcPts val="0"/>
              </a:spcBef>
              <a:spcAft>
                <a:spcPts val="0"/>
              </a:spcAft>
              <a:buClr>
                <a:srgbClr val="3F3F3F"/>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6" name="Google Shape;66;p20">
            <a:extLst xmlns:a="http://schemas.openxmlformats.org/drawingml/2006/main">
              <a:ext uri="{FF2B5EF4-FFF2-40B4-BE49-F238E27FC236}">
                <a16:creationId xmlns:a16="http://schemas.microsoft.com/office/drawing/2014/main" id="{C868F05E-D3FB-4D2E-9599-609D70F99330}"/>
              </a:ext>
            </a:extLst>
          </p:cNvPr>
          <p:cNvSpPr>
            <a:spLocks xmlns:a="http://schemas.openxmlformats.org/drawingml/2006/main" noGrp="1"/>
          </p:cNvSpPr>
          <p:nvPr>
            <p:ph type="dt" idx="10"/>
          </p:nvPr>
        </p:nvSpPr>
        <p:spPr>
          <a:xfrm xmlns:a="http://schemas.openxmlformats.org/drawingml/2006/main">
            <a:off x="1097280" y="6459785"/>
            <a:ext cx="2472271"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20">
            <a:extLst xmlns:a="http://schemas.openxmlformats.org/drawingml/2006/main">
              <a:ext uri="{FF2B5EF4-FFF2-40B4-BE49-F238E27FC236}">
                <a16:creationId xmlns:a16="http://schemas.microsoft.com/office/drawing/2014/main" id="{FDE17438-1EBF-4E93-9B7E-9E14A348ADAC}"/>
              </a:ext>
            </a:extLst>
          </p:cNvPr>
          <p:cNvSpPr>
            <a:spLocks xmlns:a="http://schemas.openxmlformats.org/drawingml/2006/main" noGrp="1"/>
          </p:cNvSpPr>
          <p:nvPr>
            <p:ph type="ftr" idx="11"/>
          </p:nvPr>
        </p:nvSpPr>
        <p:spPr>
          <a:xfrm xmlns:a="http://schemas.openxmlformats.org/drawingml/2006/main">
            <a:off x="3686185" y="6459785"/>
            <a:ext cx="482280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20">
            <a:extLst xmlns:a="http://schemas.openxmlformats.org/drawingml/2006/main">
              <a:ext uri="{FF2B5EF4-FFF2-40B4-BE49-F238E27FC236}">
                <a16:creationId xmlns:a16="http://schemas.microsoft.com/office/drawing/2014/main" id="{D0035222-8697-48D1-8889-E264C7900455}"/>
              </a:ext>
            </a:extLst>
          </p:cNvPr>
          <p:cNvSpPr>
            <a:spLocks xmlns:a="http://schemas.openxmlformats.org/drawingml/2006/main" noGrp="1"/>
          </p:cNvSpPr>
          <p:nvPr>
            <p:ph type="sldNum" idx="12"/>
          </p:nvPr>
        </p:nvSpPr>
        <p:spPr>
          <a:xfrm xmlns:a="http://schemas.openxmlformats.org/drawingml/2006/main">
            <a:off x="9900458" y="6459785"/>
            <a:ext cx="1312025"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1pPr>
            <a:lvl2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2pPr>
            <a:lvl3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3pPr>
            <a:lvl4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4pPr>
            <a:lvl5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5pPr>
            <a:lvl6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6pPr>
            <a:lvl7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7pPr>
            <a:lvl8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8pPr>
            <a:lvl9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showMasterSp="0" matchingName="Content with Caption" type="objTx">
  <p:cSld name="OBJECT_WITH_CAPTION_TEXT">
    <p:spTree>
      <p:nvGrpSpPr>
        <p:cNvPr id="1" name=""/>
        <p:cNvGrpSpPr/>
        <p:nvPr/>
      </p:nvGrpSpPr>
      <p:grpSpPr>
        <a:xfrm xmlns:a="http://schemas.openxmlformats.org/drawingml/2006/main"/>
      </p:grpSpPr>
      <p:sp>
        <p:nvSpPr>
          <p:cNvPr id="70" name="Google Shape;70;p21">
            <a:extLst xmlns:a="http://schemas.openxmlformats.org/drawingml/2006/main">
              <a:ext uri="{FF2B5EF4-FFF2-40B4-BE49-F238E27FC236}">
                <a16:creationId xmlns:a16="http://schemas.microsoft.com/office/drawing/2014/main" id="{1B746979-7745-48FF-A629-3F013BACDB61}"/>
              </a:ext>
            </a:extLst>
          </p:cNvPr>
          <p:cNvSpPr>
            <a:spLocks xmlns:a="http://schemas.openxmlformats.org/drawingml/2006/main" noGrp="1"/>
          </p:cNvSpPr>
          <p:nvPr/>
        </p:nvSpPr>
        <p:spPr>
          <a:xfrm xmlns:a="http://schemas.openxmlformats.org/drawingml/2006/main">
            <a:off x="16" y="0"/>
            <a:ext cx="4050791" cy="68580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71" name="Google Shape;71;p21">
            <a:extLst xmlns:a="http://schemas.openxmlformats.org/drawingml/2006/main">
              <a:ext uri="{FF2B5EF4-FFF2-40B4-BE49-F238E27FC236}">
                <a16:creationId xmlns:a16="http://schemas.microsoft.com/office/drawing/2014/main" id="{49FA6F18-F700-4268-AD6B-7F3EEDCA0CC6}"/>
              </a:ext>
            </a:extLst>
          </p:cNvPr>
          <p:cNvSpPr>
            <a:spLocks xmlns:a="http://schemas.openxmlformats.org/drawingml/2006/main" noGrp="1"/>
          </p:cNvSpPr>
          <p:nvPr/>
        </p:nvSpPr>
        <p:spPr>
          <a:xfrm xmlns:a="http://schemas.openxmlformats.org/drawingml/2006/main">
            <a:off x="4040071" y="0"/>
            <a:ext cx="64008" cy="6858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72" name="Google Shape;72;p21">
            <a:extLst xmlns:a="http://schemas.openxmlformats.org/drawingml/2006/main">
              <a:ext uri="{FF2B5EF4-FFF2-40B4-BE49-F238E27FC236}">
                <a16:creationId xmlns:a16="http://schemas.microsoft.com/office/drawing/2014/main" id="{2FF3CF43-B6CD-43D1-B0FA-FD7F1E6393E0}"/>
              </a:ext>
            </a:extLst>
          </p:cNvPr>
          <p:cNvSpPr>
            <a:spLocks xmlns:a="http://schemas.openxmlformats.org/drawingml/2006/main" noGrp="1"/>
          </p:cNvSpPr>
          <p:nvPr>
            <p:ph type="title" idx="0"/>
          </p:nvPr>
        </p:nvSpPr>
        <p:spPr>
          <a:xfrm xmlns:a="http://schemas.openxmlformats.org/drawingml/2006/main">
            <a:off x="457200" y="594359"/>
            <a:ext cx="3200400" cy="228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85000"/>
              </a:lnSpc>
              <a:spcBef>
                <a:spcPts val="0"/>
              </a:spcBef>
              <a:spcAft>
                <a:spcPts val="0"/>
              </a:spcAft>
              <a:buClr>
                <a:srgbClr val="FFFFFF"/>
              </a:buClr>
              <a:buSzPts val="3600"/>
              <a:buFont typeface="Calibri"/>
              <a:buNone/>
              <a:defRPr sz="3600" b="0">
                <a:solidFill>
                  <a:srgbClr val="FFFFFF"/>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3" name="Google Shape;73;p21">
            <a:extLst xmlns:a="http://schemas.openxmlformats.org/drawingml/2006/main">
              <a:ext uri="{FF2B5EF4-FFF2-40B4-BE49-F238E27FC236}">
                <a16:creationId xmlns:a16="http://schemas.microsoft.com/office/drawing/2014/main" id="{FC6E06EA-821B-4894-A4DD-C05976D2D92F}"/>
              </a:ext>
            </a:extLst>
          </p:cNvPr>
          <p:cNvSpPr>
            <a:spLocks xmlns:a="http://schemas.openxmlformats.org/drawingml/2006/main" noGrp="1"/>
          </p:cNvSpPr>
          <p:nvPr>
            <p:ph type="body" idx="1"/>
          </p:nvPr>
        </p:nvSpPr>
        <p:spPr>
          <a:xfrm xmlns:a="http://schemas.openxmlformats.org/drawingml/2006/main">
            <a:off x="4800600" y="731520"/>
            <a:ext cx="6492240" cy="525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45700" rIns="0" bIns="45700" anchor="t">
            <a:normAutofit/>
          </a:bodyPr>
          <a:lstStyle xmlns:a="http://schemas.openxmlformats.org/drawingml/2006/main">
            <a:lvl1pPr marL="457200" indent="-342900" algn="l">
              <a:lnSpc>
                <a:spcPct val="90000"/>
              </a:lnSpc>
              <a:spcBef>
                <a:spcPts val="1200"/>
              </a:spcBef>
              <a:spcAft>
                <a:spcPts val="0"/>
              </a:spcAft>
              <a:buSzPts val="1800"/>
              <a:buChar char=" "/>
              <a:defRPr/>
            </a:lvl1pPr>
            <a:lvl2pPr marL="914400" indent="-342900" algn="l">
              <a:lnSpc>
                <a:spcPct val="90000"/>
              </a:lnSpc>
              <a:spcBef>
                <a:spcPts val="200"/>
              </a:spcBef>
              <a:spcAft>
                <a:spcPts val="0"/>
              </a:spcAft>
              <a:buSzPts val="1800"/>
              <a:buChar char="◦"/>
              <a:defRPr/>
            </a:lvl2pPr>
            <a:lvl3pPr marL="1371600" indent="-342900" algn="l">
              <a:lnSpc>
                <a:spcPct val="90000"/>
              </a:lnSpc>
              <a:spcBef>
                <a:spcPts val="400"/>
              </a:spcBef>
              <a:spcAft>
                <a:spcPts val="0"/>
              </a:spcAft>
              <a:buSzPts val="1800"/>
              <a:buChar char="◦"/>
              <a:defRPr/>
            </a:lvl3pPr>
            <a:lvl4pPr marL="1828800" indent="-342900" algn="l">
              <a:lnSpc>
                <a:spcPct val="90000"/>
              </a:lnSpc>
              <a:spcBef>
                <a:spcPts val="400"/>
              </a:spcBef>
              <a:spcAft>
                <a:spcPts val="0"/>
              </a:spcAft>
              <a:buSzPts val="1800"/>
              <a:buChar char="◦"/>
              <a:defRPr/>
            </a:lvl4pPr>
            <a:lvl5pPr marL="2286000" indent="-342900" algn="l">
              <a:lnSpc>
                <a:spcPct val="90000"/>
              </a:lnSpc>
              <a:spcBef>
                <a:spcPts val="400"/>
              </a:spcBef>
              <a:spcAft>
                <a:spcPts val="0"/>
              </a:spcAft>
              <a:buSzPts val="1800"/>
              <a:buChar char="◦"/>
              <a:defRPr/>
            </a:lvl5pPr>
            <a:lvl6pPr marL="2743200" indent="-342900" algn="l">
              <a:lnSpc>
                <a:spcPct val="90000"/>
              </a:lnSpc>
              <a:spcBef>
                <a:spcPts val="400"/>
              </a:spcBef>
              <a:spcAft>
                <a:spcPts val="0"/>
              </a:spcAft>
              <a:buSzPts val="1800"/>
              <a:buChar char="◦"/>
              <a:defRPr/>
            </a:lvl6pPr>
            <a:lvl7pPr marL="3200400" indent="-342900" algn="l">
              <a:lnSpc>
                <a:spcPct val="90000"/>
              </a:lnSpc>
              <a:spcBef>
                <a:spcPts val="400"/>
              </a:spcBef>
              <a:spcAft>
                <a:spcPts val="0"/>
              </a:spcAft>
              <a:buSzPts val="1800"/>
              <a:buChar char="◦"/>
              <a:defRPr/>
            </a:lvl7pPr>
            <a:lvl8pPr marL="3657600" indent="-342900" algn="l">
              <a:lnSpc>
                <a:spcPct val="90000"/>
              </a:lnSpc>
              <a:spcBef>
                <a:spcPts val="400"/>
              </a:spcBef>
              <a:spcAft>
                <a:spcPts val="0"/>
              </a:spcAft>
              <a:buSzPts val="1800"/>
              <a:buChar char="◦"/>
              <a:defRPr/>
            </a:lvl8pPr>
            <a:lvl9pPr marL="4114800" indent="-342900" algn="l">
              <a:lnSpc>
                <a:spcPct val="90000"/>
              </a:lnSpc>
              <a:spcBef>
                <a:spcPts val="400"/>
              </a:spcBef>
              <a:spcAft>
                <a:spcPts val="400"/>
              </a:spcAft>
              <a:buSzPts val="1800"/>
              <a:buChar char="◦"/>
              <a:defRPr/>
            </a:lvl9pPr>
          </a:lstStyle>
          <a:p xmlns:a="http://schemas.openxmlformats.org/drawingml/2006/main">
            <a:endParaRPr/>
          </a:p>
        </p:txBody>
      </p:sp>
      <p:sp>
        <p:nvSpPr>
          <p:cNvPr id="74" name="Google Shape;74;p21">
            <a:extLst xmlns:a="http://schemas.openxmlformats.org/drawingml/2006/main">
              <a:ext uri="{FF2B5EF4-FFF2-40B4-BE49-F238E27FC236}">
                <a16:creationId xmlns:a16="http://schemas.microsoft.com/office/drawing/2014/main" id="{737A02A9-8796-4966-88A6-99F91A38FBFA}"/>
              </a:ext>
            </a:extLst>
          </p:cNvPr>
          <p:cNvSpPr>
            <a:spLocks xmlns:a="http://schemas.openxmlformats.org/drawingml/2006/main" noGrp="1"/>
          </p:cNvSpPr>
          <p:nvPr>
            <p:ph type="body" idx="2"/>
          </p:nvPr>
        </p:nvSpPr>
        <p:spPr>
          <a:xfrm xmlns:a="http://schemas.openxmlformats.org/drawingml/2006/main">
            <a:off x="457200" y="2926080"/>
            <a:ext cx="3200400" cy="33791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200"/>
              </a:spcBef>
              <a:spcAft>
                <a:spcPts val="0"/>
              </a:spcAft>
              <a:buSzPts val="1500"/>
              <a:buNone/>
              <a:defRPr sz="1500">
                <a:solidFill>
                  <a:srgbClr val="FFFFFF"/>
                </a:solidFill>
              </a:defRPr>
            </a:lvl1pPr>
            <a:lvl2pPr marL="914400" indent="-228600" algn="l">
              <a:lnSpc>
                <a:spcPct val="90000"/>
              </a:lnSpc>
              <a:spcBef>
                <a:spcPts val="200"/>
              </a:spcBef>
              <a:spcAft>
                <a:spcPts val="0"/>
              </a:spcAft>
              <a:buSzPts val="1200"/>
              <a:buNone/>
              <a:defRPr sz="1200"/>
            </a:lvl2pPr>
            <a:lvl3pPr marL="1371600" indent="-228600" algn="l">
              <a:lnSpc>
                <a:spcPct val="90000"/>
              </a:lnSpc>
              <a:spcBef>
                <a:spcPts val="400"/>
              </a:spcBef>
              <a:spcAft>
                <a:spcPts val="0"/>
              </a:spcAft>
              <a:buSzPts val="1000"/>
              <a:buNone/>
              <a:defRPr sz="1000"/>
            </a:lvl3pPr>
            <a:lvl4pPr marL="1828800" indent="-228600" algn="l">
              <a:lnSpc>
                <a:spcPct val="90000"/>
              </a:lnSpc>
              <a:spcBef>
                <a:spcPts val="400"/>
              </a:spcBef>
              <a:spcAft>
                <a:spcPts val="0"/>
              </a:spcAft>
              <a:buSzPts val="900"/>
              <a:buNone/>
              <a:defRPr sz="900"/>
            </a:lvl4pPr>
            <a:lvl5pPr marL="2286000" indent="-228600" algn="l">
              <a:lnSpc>
                <a:spcPct val="90000"/>
              </a:lnSpc>
              <a:spcBef>
                <a:spcPts val="400"/>
              </a:spcBef>
              <a:spcAft>
                <a:spcPts val="0"/>
              </a:spcAft>
              <a:buSzPts val="900"/>
              <a:buNone/>
              <a:defRPr sz="900"/>
            </a:lvl5pPr>
            <a:lvl6pPr marL="2743200" indent="-228600" algn="l">
              <a:lnSpc>
                <a:spcPct val="90000"/>
              </a:lnSpc>
              <a:spcBef>
                <a:spcPts val="400"/>
              </a:spcBef>
              <a:spcAft>
                <a:spcPts val="0"/>
              </a:spcAft>
              <a:buSzPts val="900"/>
              <a:buNone/>
              <a:defRPr sz="900"/>
            </a:lvl6pPr>
            <a:lvl7pPr marL="3200400" indent="-228600" algn="l">
              <a:lnSpc>
                <a:spcPct val="90000"/>
              </a:lnSpc>
              <a:spcBef>
                <a:spcPts val="400"/>
              </a:spcBef>
              <a:spcAft>
                <a:spcPts val="0"/>
              </a:spcAft>
              <a:buSzPts val="900"/>
              <a:buNone/>
              <a:defRPr sz="900"/>
            </a:lvl7pPr>
            <a:lvl8pPr marL="3657600" indent="-228600" algn="l">
              <a:lnSpc>
                <a:spcPct val="90000"/>
              </a:lnSpc>
              <a:spcBef>
                <a:spcPts val="400"/>
              </a:spcBef>
              <a:spcAft>
                <a:spcPts val="0"/>
              </a:spcAft>
              <a:buSzPts val="900"/>
              <a:buNone/>
              <a:defRPr sz="900"/>
            </a:lvl8pPr>
            <a:lvl9pPr marL="4114800" indent="-228600" algn="l">
              <a:lnSpc>
                <a:spcPct val="90000"/>
              </a:lnSpc>
              <a:spcBef>
                <a:spcPts val="400"/>
              </a:spcBef>
              <a:spcAft>
                <a:spcPts val="400"/>
              </a:spcAft>
              <a:buSzPts val="900"/>
              <a:buNone/>
              <a:defRPr sz="900"/>
            </a:lvl9pPr>
          </a:lstStyle>
          <a:p xmlns:a="http://schemas.openxmlformats.org/drawingml/2006/main">
            <a:endParaRPr/>
          </a:p>
        </p:txBody>
      </p:sp>
      <p:sp>
        <p:nvSpPr>
          <p:cNvPr id="75" name="Google Shape;75;p21">
            <a:extLst xmlns:a="http://schemas.openxmlformats.org/drawingml/2006/main">
              <a:ext uri="{FF2B5EF4-FFF2-40B4-BE49-F238E27FC236}">
                <a16:creationId xmlns:a16="http://schemas.microsoft.com/office/drawing/2014/main" id="{6BD34B6A-9F41-4EE0-B103-4914A432BC99}"/>
              </a:ext>
            </a:extLst>
          </p:cNvPr>
          <p:cNvSpPr>
            <a:spLocks xmlns:a="http://schemas.openxmlformats.org/drawingml/2006/main" noGrp="1"/>
          </p:cNvSpPr>
          <p:nvPr>
            <p:ph type="dt" idx="10"/>
          </p:nvPr>
        </p:nvSpPr>
        <p:spPr>
          <a:xfrm xmlns:a="http://schemas.openxmlformats.org/drawingml/2006/main">
            <a:off x="465512" y="6459785"/>
            <a:ext cx="261851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6" name="Google Shape;76;p21">
            <a:extLst xmlns:a="http://schemas.openxmlformats.org/drawingml/2006/main">
              <a:ext uri="{FF2B5EF4-FFF2-40B4-BE49-F238E27FC236}">
                <a16:creationId xmlns:a16="http://schemas.microsoft.com/office/drawing/2014/main" id="{FBEA6A2F-AE39-456F-843B-A35EFAA30394}"/>
              </a:ext>
            </a:extLst>
          </p:cNvPr>
          <p:cNvSpPr>
            <a:spLocks xmlns:a="http://schemas.openxmlformats.org/drawingml/2006/main" noGrp="1"/>
          </p:cNvSpPr>
          <p:nvPr>
            <p:ph type="ftr" idx="11"/>
          </p:nvPr>
        </p:nvSpPr>
        <p:spPr>
          <a:xfrm xmlns:a="http://schemas.openxmlformats.org/drawingml/2006/main">
            <a:off x="4800600" y="6459785"/>
            <a:ext cx="4648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2"/>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7" name="Google Shape;77;p21">
            <a:extLst xmlns:a="http://schemas.openxmlformats.org/drawingml/2006/main">
              <a:ext uri="{FF2B5EF4-FFF2-40B4-BE49-F238E27FC236}">
                <a16:creationId xmlns:a16="http://schemas.microsoft.com/office/drawing/2014/main" id="{EEBE2641-53FA-480C-A875-37D0AD3D35C9}"/>
              </a:ext>
            </a:extLst>
          </p:cNvPr>
          <p:cNvSpPr>
            <a:spLocks xmlns:a="http://schemas.openxmlformats.org/drawingml/2006/main" noGrp="1"/>
          </p:cNvSpPr>
          <p:nvPr>
            <p:ph type="sldNum" idx="12"/>
          </p:nvPr>
        </p:nvSpPr>
        <p:spPr>
          <a:xfrm xmlns:a="http://schemas.openxmlformats.org/drawingml/2006/main">
            <a:off x="9900458" y="6459785"/>
            <a:ext cx="1312025"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defRPr>
            </a:lvl1pPr>
            <a:lvl2pPr marL="0" marR="0"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defRPr>
            </a:lvl2pPr>
            <a:lvl3pPr marL="0" marR="0"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defRPr>
            </a:lvl3pPr>
            <a:lvl4pPr marL="0" marR="0"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defRPr>
            </a:lvl4pPr>
            <a:lvl5pPr marL="0" marR="0"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defRPr>
            </a:lvl5pPr>
            <a:lvl6pPr marL="0" marR="0"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defRPr>
            </a:lvl6pPr>
            <a:lvl7pPr marL="0" marR="0"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defRPr>
            </a:lvl7pPr>
            <a:lvl8pPr marL="0" marR="0"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defRPr>
            </a:lvl8pPr>
            <a:lvl9pPr marL="0" marR="0"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showMasterSp="0" matchingName="Picture with Caption" type="picTx">
  <p:cSld name="PICTURE_WITH_CAPTION_TEXT">
    <p:spTree>
      <p:nvGrpSpPr>
        <p:cNvPr id="1" name=""/>
        <p:cNvGrpSpPr/>
        <p:nvPr/>
      </p:nvGrpSpPr>
      <p:grpSpPr>
        <a:xfrm xmlns:a="http://schemas.openxmlformats.org/drawingml/2006/main"/>
      </p:grpSpPr>
      <p:sp>
        <p:nvSpPr>
          <p:cNvPr id="79" name="Google Shape;79;p22">
            <a:extLst xmlns:a="http://schemas.openxmlformats.org/drawingml/2006/main">
              <a:ext uri="{FF2B5EF4-FFF2-40B4-BE49-F238E27FC236}">
                <a16:creationId xmlns:a16="http://schemas.microsoft.com/office/drawing/2014/main" id="{AA692B42-081C-4B14-9E5D-85EFF93FEB6A}"/>
              </a:ext>
            </a:extLst>
          </p:cNvPr>
          <p:cNvSpPr>
            <a:spLocks xmlns:a="http://schemas.openxmlformats.org/drawingml/2006/main" noGrp="1"/>
          </p:cNvSpPr>
          <p:nvPr/>
        </p:nvSpPr>
        <p:spPr>
          <a:xfrm xmlns:a="http://schemas.openxmlformats.org/drawingml/2006/main">
            <a:off x="0" y="4953000"/>
            <a:ext cx="12188825" cy="19050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80" name="Google Shape;80;p22">
            <a:extLst xmlns:a="http://schemas.openxmlformats.org/drawingml/2006/main">
              <a:ext uri="{FF2B5EF4-FFF2-40B4-BE49-F238E27FC236}">
                <a16:creationId xmlns:a16="http://schemas.microsoft.com/office/drawing/2014/main" id="{97298CB5-F65F-4F2D-8B91-35DF0BA6BCC9}"/>
              </a:ext>
            </a:extLst>
          </p:cNvPr>
          <p:cNvSpPr>
            <a:spLocks xmlns:a="http://schemas.openxmlformats.org/drawingml/2006/main" noGrp="1"/>
          </p:cNvSpPr>
          <p:nvPr/>
        </p:nvSpPr>
        <p:spPr>
          <a:xfrm xmlns:a="http://schemas.openxmlformats.org/drawingml/2006/main">
            <a:off x="15" y="4915076"/>
            <a:ext cx="12188825" cy="64008"/>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81" name="Google Shape;81;p22">
            <a:extLst xmlns:a="http://schemas.openxmlformats.org/drawingml/2006/main">
              <a:ext uri="{FF2B5EF4-FFF2-40B4-BE49-F238E27FC236}">
                <a16:creationId xmlns:a16="http://schemas.microsoft.com/office/drawing/2014/main" id="{95AB0711-8DB2-4BF1-92E2-EFA2A7030C9A}"/>
              </a:ext>
            </a:extLst>
          </p:cNvPr>
          <p:cNvSpPr>
            <a:spLocks xmlns:a="http://schemas.openxmlformats.org/drawingml/2006/main" noGrp="1"/>
          </p:cNvSpPr>
          <p:nvPr>
            <p:ph type="title" idx="0"/>
          </p:nvPr>
        </p:nvSpPr>
        <p:spPr>
          <a:xfrm xmlns:a="http://schemas.openxmlformats.org/drawingml/2006/main">
            <a:off x="1097280" y="5074920"/>
            <a:ext cx="10113264" cy="82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0" rIns="91425" bIns="0" anchor="b">
            <a:noAutofit/>
          </a:bodyPr>
          <a:lstStyle xmlns:a="http://schemas.openxmlformats.org/drawingml/2006/main">
            <a:lvl1pPr algn="l">
              <a:lnSpc>
                <a:spcPct val="85000"/>
              </a:lnSpc>
              <a:spcBef>
                <a:spcPts val="0"/>
              </a:spcBef>
              <a:spcAft>
                <a:spcPts val="0"/>
              </a:spcAft>
              <a:buClr>
                <a:srgbClr val="FFFFFF"/>
              </a:buClr>
              <a:buSzPts val="3600"/>
              <a:buFont typeface="Calibri"/>
              <a:buNone/>
              <a:defRPr sz="3600" b="0">
                <a:solidFill>
                  <a:srgbClr val="FFFFFF"/>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2" name="Google Shape;82;p22">
            <a:extLst xmlns:a="http://schemas.openxmlformats.org/drawingml/2006/main">
              <a:ext uri="{FF2B5EF4-FFF2-40B4-BE49-F238E27FC236}">
                <a16:creationId xmlns:a16="http://schemas.microsoft.com/office/drawing/2014/main" id="{7F17566B-BA37-4F40-A1F0-0D741BBCEA58}"/>
              </a:ext>
            </a:extLst>
          </p:cNvPr>
          <p:cNvSpPr>
            <a:spLocks xmlns:a="http://schemas.openxmlformats.org/drawingml/2006/main" noGrp="1"/>
          </p:cNvSpPr>
          <p:nvPr>
            <p:ph type="pic" idx="2"/>
          </p:nvPr>
        </p:nvSpPr>
        <p:spPr>
          <a:xfrm xmlns:a="http://schemas.openxmlformats.org/drawingml/2006/main">
            <a:off x="15" y="0"/>
            <a:ext cx="12191985" cy="4915076"/>
          </a:xfrm>
          <a:prstGeom xmlns:a="http://schemas.openxmlformats.org/drawingml/2006/main" prst="rect">
            <a:avLst/>
          </a:prstGeom>
          <a:noFill xmlns:a="http://schemas.openxmlformats.org/drawingml/2006/main"/>
          <a:ln xmlns:a="http://schemas.openxmlformats.org/drawingml/2006/main">
            <a:noFill/>
          </a:ln>
        </p:spPr>
      </p:sp>
      <p:sp>
        <p:nvSpPr>
          <p:cNvPr id="83" name="Google Shape;83;p22">
            <a:extLst xmlns:a="http://schemas.openxmlformats.org/drawingml/2006/main">
              <a:ext uri="{FF2B5EF4-FFF2-40B4-BE49-F238E27FC236}">
                <a16:creationId xmlns:a16="http://schemas.microsoft.com/office/drawing/2014/main" id="{79FE0903-5D53-4EB5-9D44-62D91FCA1C60}"/>
              </a:ext>
            </a:extLst>
          </p:cNvPr>
          <p:cNvSpPr>
            <a:spLocks xmlns:a="http://schemas.openxmlformats.org/drawingml/2006/main" noGrp="1"/>
          </p:cNvSpPr>
          <p:nvPr>
            <p:ph type="body" idx="1"/>
          </p:nvPr>
        </p:nvSpPr>
        <p:spPr>
          <a:xfrm xmlns:a="http://schemas.openxmlformats.org/drawingml/2006/main">
            <a:off x="1097280" y="5907023"/>
            <a:ext cx="10113264"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0" rIns="91425" bIns="0" anchor="t">
            <a:normAutofit/>
          </a:bodyPr>
          <a:lstStyle xmlns:a="http://schemas.openxmlformats.org/drawingml/2006/main">
            <a:lvl1pPr marL="457200" indent="-228600" algn="l">
              <a:lnSpc>
                <a:spcPct val="90000"/>
              </a:lnSpc>
              <a:spcBef>
                <a:spcPts val="0"/>
              </a:spcBef>
              <a:spcAft>
                <a:spcPts val="0"/>
              </a:spcAft>
              <a:buSzPts val="1500"/>
              <a:buNone/>
              <a:defRPr sz="1500">
                <a:solidFill>
                  <a:srgbClr val="FFFFFF"/>
                </a:solidFill>
              </a:defRPr>
            </a:lvl1pPr>
            <a:lvl2pPr marL="914400" indent="-228600" algn="l">
              <a:lnSpc>
                <a:spcPct val="90000"/>
              </a:lnSpc>
              <a:spcBef>
                <a:spcPts val="600"/>
              </a:spcBef>
              <a:spcAft>
                <a:spcPts val="0"/>
              </a:spcAft>
              <a:buSzPts val="1200"/>
              <a:buNone/>
              <a:defRPr sz="1200"/>
            </a:lvl2pPr>
            <a:lvl3pPr marL="1371600" indent="-228600" algn="l">
              <a:lnSpc>
                <a:spcPct val="90000"/>
              </a:lnSpc>
              <a:spcBef>
                <a:spcPts val="400"/>
              </a:spcBef>
              <a:spcAft>
                <a:spcPts val="0"/>
              </a:spcAft>
              <a:buSzPts val="1000"/>
              <a:buNone/>
              <a:defRPr sz="1000"/>
            </a:lvl3pPr>
            <a:lvl4pPr marL="1828800" indent="-228600" algn="l">
              <a:lnSpc>
                <a:spcPct val="90000"/>
              </a:lnSpc>
              <a:spcBef>
                <a:spcPts val="400"/>
              </a:spcBef>
              <a:spcAft>
                <a:spcPts val="0"/>
              </a:spcAft>
              <a:buSzPts val="900"/>
              <a:buNone/>
              <a:defRPr sz="900"/>
            </a:lvl4pPr>
            <a:lvl5pPr marL="2286000" indent="-228600" algn="l">
              <a:lnSpc>
                <a:spcPct val="90000"/>
              </a:lnSpc>
              <a:spcBef>
                <a:spcPts val="400"/>
              </a:spcBef>
              <a:spcAft>
                <a:spcPts val="0"/>
              </a:spcAft>
              <a:buSzPts val="900"/>
              <a:buNone/>
              <a:defRPr sz="900"/>
            </a:lvl5pPr>
            <a:lvl6pPr marL="2743200" indent="-228600" algn="l">
              <a:lnSpc>
                <a:spcPct val="90000"/>
              </a:lnSpc>
              <a:spcBef>
                <a:spcPts val="400"/>
              </a:spcBef>
              <a:spcAft>
                <a:spcPts val="0"/>
              </a:spcAft>
              <a:buSzPts val="900"/>
              <a:buNone/>
              <a:defRPr sz="900"/>
            </a:lvl6pPr>
            <a:lvl7pPr marL="3200400" indent="-228600" algn="l">
              <a:lnSpc>
                <a:spcPct val="90000"/>
              </a:lnSpc>
              <a:spcBef>
                <a:spcPts val="400"/>
              </a:spcBef>
              <a:spcAft>
                <a:spcPts val="0"/>
              </a:spcAft>
              <a:buSzPts val="900"/>
              <a:buNone/>
              <a:defRPr sz="900"/>
            </a:lvl7pPr>
            <a:lvl8pPr marL="3657600" indent="-228600" algn="l">
              <a:lnSpc>
                <a:spcPct val="90000"/>
              </a:lnSpc>
              <a:spcBef>
                <a:spcPts val="400"/>
              </a:spcBef>
              <a:spcAft>
                <a:spcPts val="0"/>
              </a:spcAft>
              <a:buSzPts val="900"/>
              <a:buNone/>
              <a:defRPr sz="900"/>
            </a:lvl8pPr>
            <a:lvl9pPr marL="4114800" indent="-228600" algn="l">
              <a:lnSpc>
                <a:spcPct val="90000"/>
              </a:lnSpc>
              <a:spcBef>
                <a:spcPts val="400"/>
              </a:spcBef>
              <a:spcAft>
                <a:spcPts val="400"/>
              </a:spcAft>
              <a:buSzPts val="900"/>
              <a:buNone/>
              <a:defRPr sz="900"/>
            </a:lvl9pPr>
          </a:lstStyle>
          <a:p xmlns:a="http://schemas.openxmlformats.org/drawingml/2006/main">
            <a:endParaRPr/>
          </a:p>
        </p:txBody>
      </p:sp>
      <p:sp>
        <p:nvSpPr>
          <p:cNvPr id="84" name="Google Shape;84;p22">
            <a:extLst xmlns:a="http://schemas.openxmlformats.org/drawingml/2006/main">
              <a:ext uri="{FF2B5EF4-FFF2-40B4-BE49-F238E27FC236}">
                <a16:creationId xmlns:a16="http://schemas.microsoft.com/office/drawing/2014/main" id="{C4A40B04-DD36-40F2-8589-B1A1ED98A8E3}"/>
              </a:ext>
            </a:extLst>
          </p:cNvPr>
          <p:cNvSpPr>
            <a:spLocks xmlns:a="http://schemas.openxmlformats.org/drawingml/2006/main" noGrp="1"/>
          </p:cNvSpPr>
          <p:nvPr>
            <p:ph type="dt" idx="10"/>
          </p:nvPr>
        </p:nvSpPr>
        <p:spPr>
          <a:xfrm xmlns:a="http://schemas.openxmlformats.org/drawingml/2006/main">
            <a:off x="1097280" y="6459785"/>
            <a:ext cx="2472271"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5" name="Google Shape;85;p22">
            <a:extLst xmlns:a="http://schemas.openxmlformats.org/drawingml/2006/main">
              <a:ext uri="{FF2B5EF4-FFF2-40B4-BE49-F238E27FC236}">
                <a16:creationId xmlns:a16="http://schemas.microsoft.com/office/drawing/2014/main" id="{5E071C3E-FD70-4544-A0B5-F0ECFB294FE9}"/>
              </a:ext>
            </a:extLst>
          </p:cNvPr>
          <p:cNvSpPr>
            <a:spLocks xmlns:a="http://schemas.openxmlformats.org/drawingml/2006/main" noGrp="1"/>
          </p:cNvSpPr>
          <p:nvPr>
            <p:ph type="ftr" idx="11"/>
          </p:nvPr>
        </p:nvSpPr>
        <p:spPr>
          <a:xfrm xmlns:a="http://schemas.openxmlformats.org/drawingml/2006/main">
            <a:off x="3686185" y="6459785"/>
            <a:ext cx="482280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22">
            <a:extLst xmlns:a="http://schemas.openxmlformats.org/drawingml/2006/main">
              <a:ext uri="{FF2B5EF4-FFF2-40B4-BE49-F238E27FC236}">
                <a16:creationId xmlns:a16="http://schemas.microsoft.com/office/drawing/2014/main" id="{124D192F-1CAF-42F8-A73C-042918318268}"/>
              </a:ext>
            </a:extLst>
          </p:cNvPr>
          <p:cNvSpPr>
            <a:spLocks xmlns:a="http://schemas.openxmlformats.org/drawingml/2006/main" noGrp="1"/>
          </p:cNvSpPr>
          <p:nvPr>
            <p:ph type="sldNum" idx="12"/>
          </p:nvPr>
        </p:nvSpPr>
        <p:spPr>
          <a:xfrm xmlns:a="http://schemas.openxmlformats.org/drawingml/2006/main">
            <a:off x="9900458" y="6459785"/>
            <a:ext cx="1312025"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1pPr>
            <a:lvl2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2pPr>
            <a:lvl3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3pPr>
            <a:lvl4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4pPr>
            <a:lvl5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5pPr>
            <a:lvl6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6pPr>
            <a:lvl7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7pPr>
            <a:lvl8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8pPr>
            <a:lvl9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88" name="Google Shape;88;p23">
            <a:extLst xmlns:a="http://schemas.openxmlformats.org/drawingml/2006/main">
              <a:ext uri="{FF2B5EF4-FFF2-40B4-BE49-F238E27FC236}">
                <a16:creationId xmlns:a16="http://schemas.microsoft.com/office/drawing/2014/main" id="{08806444-42FE-45B0-9563-80051FB1C28E}"/>
              </a:ext>
            </a:extLst>
          </p:cNvPr>
          <p:cNvSpPr>
            <a:spLocks xmlns:a="http://schemas.openxmlformats.org/drawingml/2006/main" noGrp="1"/>
          </p:cNvSpPr>
          <p:nvPr>
            <p:ph type="title" idx="0"/>
          </p:nvPr>
        </p:nvSpPr>
        <p:spPr>
          <a:xfrm xmlns:a="http://schemas.openxmlformats.org/drawingml/2006/main">
            <a:off x="1097280" y="286603"/>
            <a:ext cx="10058400" cy="14507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85000"/>
              </a:lnSpc>
              <a:spcBef>
                <a:spcPts val="0"/>
              </a:spcBef>
              <a:spcAft>
                <a:spcPts val="0"/>
              </a:spcAft>
              <a:buClr>
                <a:srgbClr val="3F3F3F"/>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9" name="Google Shape;89;p23">
            <a:extLst xmlns:a="http://schemas.openxmlformats.org/drawingml/2006/main">
              <a:ext uri="{FF2B5EF4-FFF2-40B4-BE49-F238E27FC236}">
                <a16:creationId xmlns:a16="http://schemas.microsoft.com/office/drawing/2014/main" id="{014B3FDA-854B-45E0-926D-FA6EA40CD1EA}"/>
              </a:ext>
            </a:extLst>
          </p:cNvPr>
          <p:cNvSpPr>
            <a:spLocks xmlns:a="http://schemas.openxmlformats.org/drawingml/2006/main" noGrp="1"/>
          </p:cNvSpPr>
          <p:nvPr>
            <p:ph type="body" idx="1"/>
          </p:nvPr>
        </p:nvSpPr>
        <p:spPr>
          <a:xfrm xmlns:a="http://schemas.openxmlformats.org/drawingml/2006/main" rot="5400000">
            <a:off x="4114800" y="-1171786"/>
            <a:ext cx="4023360" cy="10058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700" tIns="0" rIns="45700" bIns="0" anchor="t">
            <a:normAutofit/>
          </a:bodyPr>
          <a:lstStyle xmlns:a="http://schemas.openxmlformats.org/drawingml/2006/main">
            <a:lvl1pPr marL="457200" indent="-342900" algn="l">
              <a:lnSpc>
                <a:spcPct val="90000"/>
              </a:lnSpc>
              <a:spcBef>
                <a:spcPts val="1200"/>
              </a:spcBef>
              <a:spcAft>
                <a:spcPts val="0"/>
              </a:spcAft>
              <a:buSzPts val="1800"/>
              <a:buChar char=" "/>
              <a:defRPr/>
            </a:lvl1pPr>
            <a:lvl2pPr marL="914400" indent="-342900" algn="l">
              <a:lnSpc>
                <a:spcPct val="90000"/>
              </a:lnSpc>
              <a:spcBef>
                <a:spcPts val="200"/>
              </a:spcBef>
              <a:spcAft>
                <a:spcPts val="0"/>
              </a:spcAft>
              <a:buSzPts val="1800"/>
              <a:buChar char="◦"/>
              <a:defRPr/>
            </a:lvl2pPr>
            <a:lvl3pPr marL="1371600" indent="-342900" algn="l">
              <a:lnSpc>
                <a:spcPct val="90000"/>
              </a:lnSpc>
              <a:spcBef>
                <a:spcPts val="400"/>
              </a:spcBef>
              <a:spcAft>
                <a:spcPts val="0"/>
              </a:spcAft>
              <a:buSzPts val="1800"/>
              <a:buChar char="◦"/>
              <a:defRPr/>
            </a:lvl3pPr>
            <a:lvl4pPr marL="1828800" indent="-342900" algn="l">
              <a:lnSpc>
                <a:spcPct val="90000"/>
              </a:lnSpc>
              <a:spcBef>
                <a:spcPts val="400"/>
              </a:spcBef>
              <a:spcAft>
                <a:spcPts val="0"/>
              </a:spcAft>
              <a:buSzPts val="1800"/>
              <a:buChar char="◦"/>
              <a:defRPr/>
            </a:lvl4pPr>
            <a:lvl5pPr marL="2286000" indent="-342900" algn="l">
              <a:lnSpc>
                <a:spcPct val="90000"/>
              </a:lnSpc>
              <a:spcBef>
                <a:spcPts val="400"/>
              </a:spcBef>
              <a:spcAft>
                <a:spcPts val="0"/>
              </a:spcAft>
              <a:buSzPts val="1800"/>
              <a:buChar char="◦"/>
              <a:defRPr/>
            </a:lvl5pPr>
            <a:lvl6pPr marL="2743200" indent="-342900" algn="l">
              <a:lnSpc>
                <a:spcPct val="90000"/>
              </a:lnSpc>
              <a:spcBef>
                <a:spcPts val="400"/>
              </a:spcBef>
              <a:spcAft>
                <a:spcPts val="0"/>
              </a:spcAft>
              <a:buSzPts val="1800"/>
              <a:buChar char="◦"/>
              <a:defRPr/>
            </a:lvl6pPr>
            <a:lvl7pPr marL="3200400" indent="-342900" algn="l">
              <a:lnSpc>
                <a:spcPct val="90000"/>
              </a:lnSpc>
              <a:spcBef>
                <a:spcPts val="400"/>
              </a:spcBef>
              <a:spcAft>
                <a:spcPts val="0"/>
              </a:spcAft>
              <a:buSzPts val="1800"/>
              <a:buChar char="◦"/>
              <a:defRPr/>
            </a:lvl7pPr>
            <a:lvl8pPr marL="3657600" indent="-342900" algn="l">
              <a:lnSpc>
                <a:spcPct val="90000"/>
              </a:lnSpc>
              <a:spcBef>
                <a:spcPts val="400"/>
              </a:spcBef>
              <a:spcAft>
                <a:spcPts val="0"/>
              </a:spcAft>
              <a:buSzPts val="1800"/>
              <a:buChar char="◦"/>
              <a:defRPr/>
            </a:lvl8pPr>
            <a:lvl9pPr marL="4114800" indent="-342900" algn="l">
              <a:lnSpc>
                <a:spcPct val="90000"/>
              </a:lnSpc>
              <a:spcBef>
                <a:spcPts val="400"/>
              </a:spcBef>
              <a:spcAft>
                <a:spcPts val="400"/>
              </a:spcAft>
              <a:buSzPts val="1800"/>
              <a:buChar char="◦"/>
              <a:defRPr/>
            </a:lvl9pPr>
          </a:lstStyle>
          <a:p xmlns:a="http://schemas.openxmlformats.org/drawingml/2006/main">
            <a:endParaRPr/>
          </a:p>
        </p:txBody>
      </p:sp>
      <p:sp>
        <p:nvSpPr>
          <p:cNvPr id="90" name="Google Shape;90;p23">
            <a:extLst xmlns:a="http://schemas.openxmlformats.org/drawingml/2006/main">
              <a:ext uri="{FF2B5EF4-FFF2-40B4-BE49-F238E27FC236}">
                <a16:creationId xmlns:a16="http://schemas.microsoft.com/office/drawing/2014/main" id="{2B300BF2-7BF2-4A12-8AC5-3C923F3F2BFE}"/>
              </a:ext>
            </a:extLst>
          </p:cNvPr>
          <p:cNvSpPr>
            <a:spLocks xmlns:a="http://schemas.openxmlformats.org/drawingml/2006/main" noGrp="1"/>
          </p:cNvSpPr>
          <p:nvPr>
            <p:ph type="dt" idx="10"/>
          </p:nvPr>
        </p:nvSpPr>
        <p:spPr>
          <a:xfrm xmlns:a="http://schemas.openxmlformats.org/drawingml/2006/main">
            <a:off x="1097280" y="6459785"/>
            <a:ext cx="2472271"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91" name="Google Shape;91;p23">
            <a:extLst xmlns:a="http://schemas.openxmlformats.org/drawingml/2006/main">
              <a:ext uri="{FF2B5EF4-FFF2-40B4-BE49-F238E27FC236}">
                <a16:creationId xmlns:a16="http://schemas.microsoft.com/office/drawing/2014/main" id="{F1059C3F-43AF-406C-89CC-EE2C3510F9A8}"/>
              </a:ext>
            </a:extLst>
          </p:cNvPr>
          <p:cNvSpPr>
            <a:spLocks xmlns:a="http://schemas.openxmlformats.org/drawingml/2006/main" noGrp="1"/>
          </p:cNvSpPr>
          <p:nvPr>
            <p:ph type="ftr" idx="11"/>
          </p:nvPr>
        </p:nvSpPr>
        <p:spPr>
          <a:xfrm xmlns:a="http://schemas.openxmlformats.org/drawingml/2006/main">
            <a:off x="3686185" y="6459785"/>
            <a:ext cx="482280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92" name="Google Shape;92;p23">
            <a:extLst xmlns:a="http://schemas.openxmlformats.org/drawingml/2006/main">
              <a:ext uri="{FF2B5EF4-FFF2-40B4-BE49-F238E27FC236}">
                <a16:creationId xmlns:a16="http://schemas.microsoft.com/office/drawing/2014/main" id="{E7FEEE98-661D-4C2E-8AF7-B4B0A77F16CB}"/>
              </a:ext>
            </a:extLst>
          </p:cNvPr>
          <p:cNvSpPr>
            <a:spLocks xmlns:a="http://schemas.openxmlformats.org/drawingml/2006/main" noGrp="1"/>
          </p:cNvSpPr>
          <p:nvPr>
            <p:ph type="sldNum" idx="12"/>
          </p:nvPr>
        </p:nvSpPr>
        <p:spPr>
          <a:xfrm xmlns:a="http://schemas.openxmlformats.org/drawingml/2006/main">
            <a:off x="9900458" y="6459785"/>
            <a:ext cx="1312025"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1pPr>
            <a:lvl2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2pPr>
            <a:lvl3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3pPr>
            <a:lvl4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4pPr>
            <a:lvl5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5pPr>
            <a:lvl6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6pPr>
            <a:lvl7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7pPr>
            <a:lvl8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8pPr>
            <a:lvl9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showMasterSp="0" matchingName="Vertical Title and Text" type="vertTitleAndTx">
  <p:cSld name="VERTICAL_TITLE_AND_VERTICAL_TEXT">
    <p:spTree>
      <p:nvGrpSpPr>
        <p:cNvPr id="1" name=""/>
        <p:cNvGrpSpPr/>
        <p:nvPr/>
      </p:nvGrpSpPr>
      <p:grpSpPr>
        <a:xfrm xmlns:a="http://schemas.openxmlformats.org/drawingml/2006/main"/>
      </p:grpSpPr>
      <p:sp>
        <p:nvSpPr>
          <p:cNvPr id="94" name="Google Shape;94;p24">
            <a:extLst xmlns:a="http://schemas.openxmlformats.org/drawingml/2006/main">
              <a:ext uri="{FF2B5EF4-FFF2-40B4-BE49-F238E27FC236}">
                <a16:creationId xmlns:a16="http://schemas.microsoft.com/office/drawing/2014/main" id="{3C92666F-E9EF-40F7-B7B0-9F8A21F67093}"/>
              </a:ext>
            </a:extLst>
          </p:cNvPr>
          <p:cNvSpPr>
            <a:spLocks xmlns:a="http://schemas.openxmlformats.org/drawingml/2006/main" noGrp="1"/>
          </p:cNvSpPr>
          <p:nvPr/>
        </p:nvSpPr>
        <p:spPr>
          <a:xfrm xmlns:a="http://schemas.openxmlformats.org/drawingml/2006/main">
            <a:off x="3175" y="6400800"/>
            <a:ext cx="12188825" cy="4572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95" name="Google Shape;95;p24">
            <a:extLst xmlns:a="http://schemas.openxmlformats.org/drawingml/2006/main">
              <a:ext uri="{FF2B5EF4-FFF2-40B4-BE49-F238E27FC236}">
                <a16:creationId xmlns:a16="http://schemas.microsoft.com/office/drawing/2014/main" id="{4A0A8EBC-E133-4061-B715-644EBDF4B0DD}"/>
              </a:ext>
            </a:extLst>
          </p:cNvPr>
          <p:cNvSpPr>
            <a:spLocks xmlns:a="http://schemas.openxmlformats.org/drawingml/2006/main" noGrp="1"/>
          </p:cNvSpPr>
          <p:nvPr/>
        </p:nvSpPr>
        <p:spPr>
          <a:xfrm xmlns:a="http://schemas.openxmlformats.org/drawingml/2006/main">
            <a:off x="15" y="6334316"/>
            <a:ext cx="12188825" cy="64008"/>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96" name="Google Shape;96;p24">
            <a:extLst xmlns:a="http://schemas.openxmlformats.org/drawingml/2006/main">
              <a:ext uri="{FF2B5EF4-FFF2-40B4-BE49-F238E27FC236}">
                <a16:creationId xmlns:a16="http://schemas.microsoft.com/office/drawing/2014/main" id="{DA5F3858-2C88-4980-B1DC-0AE6E0882E05}"/>
              </a:ext>
            </a:extLst>
          </p:cNvPr>
          <p:cNvSpPr>
            <a:spLocks xmlns:a="http://schemas.openxmlformats.org/drawingml/2006/main" noGrp="1"/>
          </p:cNvSpPr>
          <p:nvPr>
            <p:ph type="title" idx="0"/>
          </p:nvPr>
        </p:nvSpPr>
        <p:spPr>
          <a:xfrm xmlns:a="http://schemas.openxmlformats.org/drawingml/2006/main" rot="5400000">
            <a:off x="7160640" y="1979039"/>
            <a:ext cx="5757421" cy="262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85000"/>
              </a:lnSpc>
              <a:spcBef>
                <a:spcPts val="0"/>
              </a:spcBef>
              <a:spcAft>
                <a:spcPts val="0"/>
              </a:spcAft>
              <a:buClr>
                <a:srgbClr val="3F3F3F"/>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97" name="Google Shape;97;p24">
            <a:extLst xmlns:a="http://schemas.openxmlformats.org/drawingml/2006/main">
              <a:ext uri="{FF2B5EF4-FFF2-40B4-BE49-F238E27FC236}">
                <a16:creationId xmlns:a16="http://schemas.microsoft.com/office/drawing/2014/main" id="{BE30909B-1F6F-4CAA-A56B-316A5204E080}"/>
              </a:ext>
            </a:extLst>
          </p:cNvPr>
          <p:cNvSpPr>
            <a:spLocks xmlns:a="http://schemas.openxmlformats.org/drawingml/2006/main" noGrp="1"/>
          </p:cNvSpPr>
          <p:nvPr>
            <p:ph type="body" idx="1"/>
          </p:nvPr>
        </p:nvSpPr>
        <p:spPr>
          <a:xfrm xmlns:a="http://schemas.openxmlformats.org/drawingml/2006/main" rot="5400000">
            <a:off x="1826639" y="-573661"/>
            <a:ext cx="5757422" cy="773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700" tIns="0" rIns="45700" bIns="0" anchor="t">
            <a:normAutofit/>
          </a:bodyPr>
          <a:lstStyle xmlns:a="http://schemas.openxmlformats.org/drawingml/2006/main">
            <a:lvl1pPr marL="457200" indent="-342900" algn="l">
              <a:lnSpc>
                <a:spcPct val="90000"/>
              </a:lnSpc>
              <a:spcBef>
                <a:spcPts val="1200"/>
              </a:spcBef>
              <a:spcAft>
                <a:spcPts val="0"/>
              </a:spcAft>
              <a:buSzPts val="1800"/>
              <a:buChar char=" "/>
              <a:defRPr/>
            </a:lvl1pPr>
            <a:lvl2pPr marL="914400" indent="-342900" algn="l">
              <a:lnSpc>
                <a:spcPct val="90000"/>
              </a:lnSpc>
              <a:spcBef>
                <a:spcPts val="200"/>
              </a:spcBef>
              <a:spcAft>
                <a:spcPts val="0"/>
              </a:spcAft>
              <a:buSzPts val="1800"/>
              <a:buChar char="◦"/>
              <a:defRPr/>
            </a:lvl2pPr>
            <a:lvl3pPr marL="1371600" indent="-342900" algn="l">
              <a:lnSpc>
                <a:spcPct val="90000"/>
              </a:lnSpc>
              <a:spcBef>
                <a:spcPts val="400"/>
              </a:spcBef>
              <a:spcAft>
                <a:spcPts val="0"/>
              </a:spcAft>
              <a:buSzPts val="1800"/>
              <a:buChar char="◦"/>
              <a:defRPr/>
            </a:lvl3pPr>
            <a:lvl4pPr marL="1828800" indent="-342900" algn="l">
              <a:lnSpc>
                <a:spcPct val="90000"/>
              </a:lnSpc>
              <a:spcBef>
                <a:spcPts val="400"/>
              </a:spcBef>
              <a:spcAft>
                <a:spcPts val="0"/>
              </a:spcAft>
              <a:buSzPts val="1800"/>
              <a:buChar char="◦"/>
              <a:defRPr/>
            </a:lvl4pPr>
            <a:lvl5pPr marL="2286000" indent="-342900" algn="l">
              <a:lnSpc>
                <a:spcPct val="90000"/>
              </a:lnSpc>
              <a:spcBef>
                <a:spcPts val="400"/>
              </a:spcBef>
              <a:spcAft>
                <a:spcPts val="0"/>
              </a:spcAft>
              <a:buSzPts val="1800"/>
              <a:buChar char="◦"/>
              <a:defRPr/>
            </a:lvl5pPr>
            <a:lvl6pPr marL="2743200" indent="-342900" algn="l">
              <a:lnSpc>
                <a:spcPct val="90000"/>
              </a:lnSpc>
              <a:spcBef>
                <a:spcPts val="400"/>
              </a:spcBef>
              <a:spcAft>
                <a:spcPts val="0"/>
              </a:spcAft>
              <a:buSzPts val="1800"/>
              <a:buChar char="◦"/>
              <a:defRPr/>
            </a:lvl6pPr>
            <a:lvl7pPr marL="3200400" indent="-342900" algn="l">
              <a:lnSpc>
                <a:spcPct val="90000"/>
              </a:lnSpc>
              <a:spcBef>
                <a:spcPts val="400"/>
              </a:spcBef>
              <a:spcAft>
                <a:spcPts val="0"/>
              </a:spcAft>
              <a:buSzPts val="1800"/>
              <a:buChar char="◦"/>
              <a:defRPr/>
            </a:lvl7pPr>
            <a:lvl8pPr marL="3657600" indent="-342900" algn="l">
              <a:lnSpc>
                <a:spcPct val="90000"/>
              </a:lnSpc>
              <a:spcBef>
                <a:spcPts val="400"/>
              </a:spcBef>
              <a:spcAft>
                <a:spcPts val="0"/>
              </a:spcAft>
              <a:buSzPts val="1800"/>
              <a:buChar char="◦"/>
              <a:defRPr/>
            </a:lvl8pPr>
            <a:lvl9pPr marL="4114800" indent="-342900" algn="l">
              <a:lnSpc>
                <a:spcPct val="90000"/>
              </a:lnSpc>
              <a:spcBef>
                <a:spcPts val="400"/>
              </a:spcBef>
              <a:spcAft>
                <a:spcPts val="400"/>
              </a:spcAft>
              <a:buSzPts val="1800"/>
              <a:buChar char="◦"/>
              <a:defRPr/>
            </a:lvl9pPr>
          </a:lstStyle>
          <a:p xmlns:a="http://schemas.openxmlformats.org/drawingml/2006/main">
            <a:endParaRPr/>
          </a:p>
        </p:txBody>
      </p:sp>
      <p:sp>
        <p:nvSpPr>
          <p:cNvPr id="98" name="Google Shape;98;p24">
            <a:extLst xmlns:a="http://schemas.openxmlformats.org/drawingml/2006/main">
              <a:ext uri="{FF2B5EF4-FFF2-40B4-BE49-F238E27FC236}">
                <a16:creationId xmlns:a16="http://schemas.microsoft.com/office/drawing/2014/main" id="{49DA421F-6506-4C98-A7BB-CDAAF7200913}"/>
              </a:ext>
            </a:extLst>
          </p:cNvPr>
          <p:cNvSpPr>
            <a:spLocks xmlns:a="http://schemas.openxmlformats.org/drawingml/2006/main" noGrp="1"/>
          </p:cNvSpPr>
          <p:nvPr>
            <p:ph type="dt" idx="10"/>
          </p:nvPr>
        </p:nvSpPr>
        <p:spPr>
          <a:xfrm xmlns:a="http://schemas.openxmlformats.org/drawingml/2006/main">
            <a:off x="1097280" y="6459785"/>
            <a:ext cx="2472271"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99" name="Google Shape;99;p24">
            <a:extLst xmlns:a="http://schemas.openxmlformats.org/drawingml/2006/main">
              <a:ext uri="{FF2B5EF4-FFF2-40B4-BE49-F238E27FC236}">
                <a16:creationId xmlns:a16="http://schemas.microsoft.com/office/drawing/2014/main" id="{AC80B5FA-F38A-4624-853F-51B1CA97894C}"/>
              </a:ext>
            </a:extLst>
          </p:cNvPr>
          <p:cNvSpPr>
            <a:spLocks xmlns:a="http://schemas.openxmlformats.org/drawingml/2006/main" noGrp="1"/>
          </p:cNvSpPr>
          <p:nvPr>
            <p:ph type="ftr" idx="11"/>
          </p:nvPr>
        </p:nvSpPr>
        <p:spPr>
          <a:xfrm xmlns:a="http://schemas.openxmlformats.org/drawingml/2006/main">
            <a:off x="3686185" y="6459785"/>
            <a:ext cx="482280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00" name="Google Shape;100;p24">
            <a:extLst xmlns:a="http://schemas.openxmlformats.org/drawingml/2006/main">
              <a:ext uri="{FF2B5EF4-FFF2-40B4-BE49-F238E27FC236}">
                <a16:creationId xmlns:a16="http://schemas.microsoft.com/office/drawing/2014/main" id="{6EE4DF6B-10CA-4194-9212-B093CB996F91}"/>
              </a:ext>
            </a:extLst>
          </p:cNvPr>
          <p:cNvSpPr>
            <a:spLocks xmlns:a="http://schemas.openxmlformats.org/drawingml/2006/main" noGrp="1"/>
          </p:cNvSpPr>
          <p:nvPr>
            <p:ph type="sldNum" idx="12"/>
          </p:nvPr>
        </p:nvSpPr>
        <p:spPr>
          <a:xfrm xmlns:a="http://schemas.openxmlformats.org/drawingml/2006/main">
            <a:off x="9900458" y="6459785"/>
            <a:ext cx="1312025"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1pPr>
            <a:lvl2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2pPr>
            <a:lvl3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3pPr>
            <a:lvl4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4pPr>
            <a:lvl5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5pPr>
            <a:lvl6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6pPr>
            <a:lvl7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7pPr>
            <a:lvl8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8pPr>
            <a:lvl9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07f632ba494103" /><Relationship Type="http://schemas.openxmlformats.org/officeDocument/2006/relationships/slideLayout" Target="/ppt/slideLayouts/slideLayout1.xml" Id="R5853a5c82a1a4eae" /><Relationship Type="http://schemas.openxmlformats.org/officeDocument/2006/relationships/slideLayout" Target="/ppt/slideLayouts/slideLayout2.xml" Id="Re245e6c16a754b66" /><Relationship Type="http://schemas.openxmlformats.org/officeDocument/2006/relationships/slideLayout" Target="/ppt/slideLayouts/slideLayout3.xml" Id="R65ff59cbcdda4f1e" /><Relationship Type="http://schemas.openxmlformats.org/officeDocument/2006/relationships/slideLayout" Target="/ppt/slideLayouts/slideLayout4.xml" Id="R9ecc03ce6ff047d7" /><Relationship Type="http://schemas.openxmlformats.org/officeDocument/2006/relationships/slideLayout" Target="/ppt/slideLayouts/slideLayout5.xml" Id="R996f9a916d574127" /><Relationship Type="http://schemas.openxmlformats.org/officeDocument/2006/relationships/slideLayout" Target="/ppt/slideLayouts/slideLayout6.xml" Id="R4eb4a9e517d94a36" /><Relationship Type="http://schemas.openxmlformats.org/officeDocument/2006/relationships/slideLayout" Target="/ppt/slideLayouts/slideLayout7.xml" Id="R1a54a1099af94184" /><Relationship Type="http://schemas.openxmlformats.org/officeDocument/2006/relationships/slideLayout" Target="/ppt/slideLayouts/slideLayout8.xml" Id="R03f1f4dd4f7f4514" /><Relationship Type="http://schemas.openxmlformats.org/officeDocument/2006/relationships/slideLayout" Target="/ppt/slideLayouts/slideLayout9.xml" Id="R08312117fb774ed5" /><Relationship Type="http://schemas.openxmlformats.org/officeDocument/2006/relationships/slideLayout" Target="/ppt/slideLayouts/slideLayout10.xml" Id="R1b9a3e640ddb4fd8" /><Relationship Type="http://schemas.openxmlformats.org/officeDocument/2006/relationships/slideLayout" Target="/ppt/slideLayouts/slideLayout11.xml" Id="Rd996dc65e5164589"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3">
            <a:extLst xmlns:a="http://schemas.openxmlformats.org/drawingml/2006/main">
              <a:ext uri="{FF2B5EF4-FFF2-40B4-BE49-F238E27FC236}">
                <a16:creationId xmlns:a16="http://schemas.microsoft.com/office/drawing/2014/main" id="{16666E0E-1D81-4363-9E21-E4FFE1E8D4FE}"/>
              </a:ext>
            </a:extLst>
          </p:cNvPr>
          <p:cNvSpPr>
            <a:spLocks xmlns:a="http://schemas.openxmlformats.org/drawingml/2006/main" noGrp="1"/>
          </p:cNvSpPr>
          <p:nvPr/>
        </p:nvSpPr>
        <p:spPr>
          <a:xfrm xmlns:a="http://schemas.openxmlformats.org/drawingml/2006/main">
            <a:off x="1" y="6400800"/>
            <a:ext cx="12192000" cy="4572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11" name="Google Shape;11;p13">
            <a:extLst xmlns:a="http://schemas.openxmlformats.org/drawingml/2006/main">
              <a:ext uri="{FF2B5EF4-FFF2-40B4-BE49-F238E27FC236}">
                <a16:creationId xmlns:a16="http://schemas.microsoft.com/office/drawing/2014/main" id="{838E6185-EAA8-467B-AB5E-3F9AF1C6488A}"/>
              </a:ext>
            </a:extLst>
          </p:cNvPr>
          <p:cNvSpPr>
            <a:spLocks xmlns:a="http://schemas.openxmlformats.org/drawingml/2006/main" noGrp="1"/>
          </p:cNvSpPr>
          <p:nvPr/>
        </p:nvSpPr>
        <p:spPr>
          <a:xfrm xmlns:a="http://schemas.openxmlformats.org/drawingml/2006/main">
            <a:off x="0" y="6334316"/>
            <a:ext cx="12192001" cy="65998"/>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12" name="Google Shape;12;p13">
            <a:extLst xmlns:a="http://schemas.openxmlformats.org/drawingml/2006/main">
              <a:ext uri="{FF2B5EF4-FFF2-40B4-BE49-F238E27FC236}">
                <a16:creationId xmlns:a16="http://schemas.microsoft.com/office/drawing/2014/main" id="{6CEA5F25-5DF1-4044-A03C-5FC969AA9784}"/>
              </a:ext>
            </a:extLst>
          </p:cNvPr>
          <p:cNvSpPr>
            <a:spLocks xmlns:a="http://schemas.openxmlformats.org/drawingml/2006/main" noGrp="1"/>
          </p:cNvSpPr>
          <p:nvPr>
            <p:ph type="title" idx="0"/>
          </p:nvPr>
        </p:nvSpPr>
        <p:spPr>
          <a:xfrm xmlns:a="http://schemas.openxmlformats.org/drawingml/2006/main">
            <a:off x="1097280" y="286603"/>
            <a:ext cx="10058400" cy="14507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R="0" algn="l">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9pPr>
          </a:lstStyle>
          <a:p xmlns:a="http://schemas.openxmlformats.org/drawingml/2006/main">
            <a:endParaRPr/>
          </a:p>
        </p:txBody>
      </p:sp>
      <p:sp>
        <p:nvSpPr>
          <p:cNvPr id="13" name="Google Shape;13;p13">
            <a:extLst xmlns:a="http://schemas.openxmlformats.org/drawingml/2006/main">
              <a:ext uri="{FF2B5EF4-FFF2-40B4-BE49-F238E27FC236}">
                <a16:creationId xmlns:a16="http://schemas.microsoft.com/office/drawing/2014/main" id="{655ABD26-5CC2-4E12-9C50-4D8DFF74B893}"/>
              </a:ext>
            </a:extLst>
          </p:cNvPr>
          <p:cNvSpPr>
            <a:spLocks xmlns:a="http://schemas.openxmlformats.org/drawingml/2006/main" noGrp="1"/>
          </p:cNvSpPr>
          <p:nvPr>
            <p:ph type="body" idx="1"/>
          </p:nvPr>
        </p:nvSpPr>
        <p:spPr>
          <a:xfrm xmlns:a="http://schemas.openxmlformats.org/drawingml/2006/main">
            <a:off x="1097280" y="1845734"/>
            <a:ext cx="1005840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45700" rIns="0" bIns="45700" anchor="t">
            <a:normAutofit/>
          </a:bodyPr>
          <a:lstStyle xmlns:a="http://schemas.openxmlformats.org/drawingml/2006/main">
            <a:lvl1pPr marL="457200" marR="0" indent="-355600" algn="l">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defRPr>
            </a:lvl1pPr>
            <a:lvl2pPr marL="914400" marR="0" indent="-342900" algn="l">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defRPr>
            </a:lvl2pPr>
            <a:lvl3pPr marL="1371600" marR="0"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defRPr>
            </a:lvl3pPr>
            <a:lvl4pPr marL="1828800" marR="0"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defRPr>
            </a:lvl4pPr>
            <a:lvl5pPr marL="2286000" marR="0"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defRPr>
            </a:lvl5pPr>
            <a:lvl6pPr marL="2743200" marR="0"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defRPr>
            </a:lvl6pPr>
            <a:lvl7pPr marL="3200400" marR="0"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defRPr>
            </a:lvl7pPr>
            <a:lvl8pPr marL="3657600" marR="0"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defRPr>
            </a:lvl8pPr>
            <a:lvl9pPr marL="4114800" marR="0" indent="-317500" algn="l">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defRPr>
            </a:lvl9pPr>
          </a:lstStyle>
          <a:p xmlns:a="http://schemas.openxmlformats.org/drawingml/2006/main">
            <a:endParaRPr/>
          </a:p>
        </p:txBody>
      </p:sp>
      <p:sp>
        <p:nvSpPr>
          <p:cNvPr id="14" name="Google Shape;14;p13">
            <a:extLst xmlns:a="http://schemas.openxmlformats.org/drawingml/2006/main">
              <a:ext uri="{FF2B5EF4-FFF2-40B4-BE49-F238E27FC236}">
                <a16:creationId xmlns:a16="http://schemas.microsoft.com/office/drawing/2014/main" id="{6AEA14F3-1445-49CF-9C8F-EE8D698BF81A}"/>
              </a:ext>
            </a:extLst>
          </p:cNvPr>
          <p:cNvSpPr>
            <a:spLocks xmlns:a="http://schemas.openxmlformats.org/drawingml/2006/main" noGrp="1"/>
          </p:cNvSpPr>
          <p:nvPr>
            <p:ph type="dt" idx="10"/>
          </p:nvPr>
        </p:nvSpPr>
        <p:spPr>
          <a:xfrm xmlns:a="http://schemas.openxmlformats.org/drawingml/2006/main">
            <a:off x="1097280" y="6459785"/>
            <a:ext cx="2472271"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900" b="0" i="0" u="none" strike="noStrike" cap="none">
                <a:solidFill>
                  <a:srgbClr val="FFFFFF"/>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xmlns:a="http://schemas.openxmlformats.org/drawingml/2006/main">
            <a:endParaRPr/>
          </a:p>
        </p:txBody>
      </p:sp>
      <p:sp>
        <p:nvSpPr>
          <p:cNvPr id="15" name="Google Shape;15;p13">
            <a:extLst xmlns:a="http://schemas.openxmlformats.org/drawingml/2006/main">
              <a:ext uri="{FF2B5EF4-FFF2-40B4-BE49-F238E27FC236}">
                <a16:creationId xmlns:a16="http://schemas.microsoft.com/office/drawing/2014/main" id="{769502F1-6834-429B-99C8-26691F09FB78}"/>
              </a:ext>
            </a:extLst>
          </p:cNvPr>
          <p:cNvSpPr>
            <a:spLocks xmlns:a="http://schemas.openxmlformats.org/drawingml/2006/main" noGrp="1"/>
          </p:cNvSpPr>
          <p:nvPr>
            <p:ph type="ftr" idx="11"/>
          </p:nvPr>
        </p:nvSpPr>
        <p:spPr>
          <a:xfrm xmlns:a="http://schemas.openxmlformats.org/drawingml/2006/main">
            <a:off x="3686185" y="6459785"/>
            <a:ext cx="482280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900" b="0" i="0" u="none" strike="noStrike" cap="none">
                <a:solidFill>
                  <a:srgbClr val="FFFFFF"/>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xmlns:a="http://schemas.openxmlformats.org/drawingml/2006/main">
            <a:endParaRPr/>
          </a:p>
        </p:txBody>
      </p:sp>
      <p:sp>
        <p:nvSpPr>
          <p:cNvPr id="16" name="Google Shape;16;p13">
            <a:extLst xmlns:a="http://schemas.openxmlformats.org/drawingml/2006/main">
              <a:ext uri="{FF2B5EF4-FFF2-40B4-BE49-F238E27FC236}">
                <a16:creationId xmlns:a16="http://schemas.microsoft.com/office/drawing/2014/main" id="{2DF2C9AE-018E-4400-9916-102236FC61D8}"/>
              </a:ext>
            </a:extLst>
          </p:cNvPr>
          <p:cNvSpPr>
            <a:spLocks xmlns:a="http://schemas.openxmlformats.org/drawingml/2006/main" noGrp="1"/>
          </p:cNvSpPr>
          <p:nvPr>
            <p:ph type="sldNum" idx="12"/>
          </p:nvPr>
        </p:nvSpPr>
        <p:spPr>
          <a:xfrm xmlns:a="http://schemas.openxmlformats.org/drawingml/2006/main">
            <a:off x="9900458" y="6459785"/>
            <a:ext cx="1312025"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defRPr>
            </a:lvl1pPr>
            <a:lvl2pPr marL="0" marR="0" indent="0" algn="r">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defRPr>
            </a:lvl2pPr>
            <a:lvl3pPr marL="0" marR="0" indent="0" algn="r">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defRPr>
            </a:lvl3pPr>
            <a:lvl4pPr marL="0" marR="0" indent="0" algn="r">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defRPr>
            </a:lvl4pPr>
            <a:lvl5pPr marL="0" marR="0" indent="0" algn="r">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defRPr>
            </a:lvl5pPr>
            <a:lvl6pPr marL="0" marR="0" indent="0" algn="r">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defRPr>
            </a:lvl6pPr>
            <a:lvl7pPr marL="0" marR="0" indent="0" algn="r">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defRPr>
            </a:lvl7pPr>
            <a:lvl8pPr marL="0" marR="0" indent="0" algn="r">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defRPr>
            </a:lvl8pPr>
            <a:lvl9pPr marL="0" marR="0" indent="0" algn="r">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7" name="Google Shape;17;p13">
            <a:extLst xmlns:a="http://schemas.openxmlformats.org/drawingml/2006/main">
              <a:ext uri="{FF2B5EF4-FFF2-40B4-BE49-F238E27FC236}">
                <a16:creationId xmlns:a16="http://schemas.microsoft.com/office/drawing/2014/main" id="{92A23FC5-B98E-47BB-B4C3-9DDE883D3098}"/>
              </a:ext>
            </a:extLst>
          </p:cNvPr>
          <p:cNvCxnSpPr/>
          <p:nvPr/>
        </p:nvCxnSpPr>
        <p:spPr>
          <a:xfrm xmlns:a="http://schemas.openxmlformats.org/drawingml/2006/main">
            <a:off x="1193532" y="1737845"/>
            <a:ext cx="9966960" cy="0"/>
          </a:xfrm>
          <a:prstGeom xmlns:a="http://schemas.openxmlformats.org/drawingml/2006/main" prst="straightConnector1">
            <a:avLst/>
          </a:prstGeom>
          <a:ln xmlns:a="http://schemas.openxmlformats.org/drawingml/2006/main" w="9525" cap="flat">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5853a5c82a1a4eae"/>
    <p:sldLayoutId xmlns:r="http://schemas.openxmlformats.org/officeDocument/2006/relationships" id="2147483650" r:id="Re245e6c16a754b66"/>
    <p:sldLayoutId xmlns:r="http://schemas.openxmlformats.org/officeDocument/2006/relationships" id="2147483651" r:id="R65ff59cbcdda4f1e"/>
    <p:sldLayoutId xmlns:r="http://schemas.openxmlformats.org/officeDocument/2006/relationships" id="2147483652" r:id="R9ecc03ce6ff047d7"/>
    <p:sldLayoutId xmlns:r="http://schemas.openxmlformats.org/officeDocument/2006/relationships" id="2147483653" r:id="R996f9a916d574127"/>
    <p:sldLayoutId xmlns:r="http://schemas.openxmlformats.org/officeDocument/2006/relationships" id="2147483654" r:id="R4eb4a9e517d94a36"/>
    <p:sldLayoutId xmlns:r="http://schemas.openxmlformats.org/officeDocument/2006/relationships" id="2147483655" r:id="R1a54a1099af94184"/>
    <p:sldLayoutId xmlns:r="http://schemas.openxmlformats.org/officeDocument/2006/relationships" id="2147483656" r:id="R03f1f4dd4f7f4514"/>
    <p:sldLayoutId xmlns:r="http://schemas.openxmlformats.org/officeDocument/2006/relationships" id="2147483657" r:id="R08312117fb774ed5"/>
    <p:sldLayoutId xmlns:r="http://schemas.openxmlformats.org/officeDocument/2006/relationships" id="2147483658" r:id="R1b9a3e640ddb4fd8"/>
    <p:sldLayoutId xmlns:r="http://schemas.openxmlformats.org/officeDocument/2006/relationships" id="2147483659" r:id="Rd996dc65e5164589"/>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5fdce08a68e4213" /><Relationship Type="http://schemas.openxmlformats.org/officeDocument/2006/relationships/image" Target="/ppt/media/image.png" Id="R2c8f4273d88749a4" /><Relationship Type="http://schemas.openxmlformats.org/officeDocument/2006/relationships/notesSlide" Target="/ppt/notesSlides/notesSlide1.xml" Id="Rbb7934fb8ac644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83aaba9836645a8" /><Relationship Type="http://schemas.openxmlformats.org/officeDocument/2006/relationships/image" Target="/ppt/media/image.png" Id="R06afeb516c594608" /><Relationship Type="http://schemas.openxmlformats.org/officeDocument/2006/relationships/notesSlide" Target="/ppt/notesSlides/notesSlide2.xml" Id="Rce6354cfdc3241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8b1870c2094667" /><Relationship Type="http://schemas.openxmlformats.org/officeDocument/2006/relationships/image" Target="/ppt/media/image.png" Id="R793e63cf733b45ca" /><Relationship Type="http://schemas.openxmlformats.org/officeDocument/2006/relationships/notesSlide" Target="/ppt/notesSlides/notesSlide3.xml" Id="Raab0d8d22d0c40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8f3ba42500b4c43" /><Relationship Type="http://schemas.openxmlformats.org/officeDocument/2006/relationships/image" Target="/ppt/media/image.png" Id="Re58c0a3416784895" /><Relationship Type="http://schemas.openxmlformats.org/officeDocument/2006/relationships/notesSlide" Target="/ppt/notesSlides/notesSlide4.xml" Id="Ra3d8b21d496a436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f9d62578fda4507" /><Relationship Type="http://schemas.openxmlformats.org/officeDocument/2006/relationships/image" Target="/ppt/media/image.png" Id="R72bc88252ba042f0" /><Relationship Type="http://schemas.openxmlformats.org/officeDocument/2006/relationships/notesSlide" Target="/ppt/notesSlides/notesSlide5.xml" Id="R60e9458950f146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95dfb491dea4f18" /><Relationship Type="http://schemas.openxmlformats.org/officeDocument/2006/relationships/image" Target="/ppt/media/image.png" Id="R603334d5aec544b0" /><Relationship Type="http://schemas.openxmlformats.org/officeDocument/2006/relationships/notesSlide" Target="/ppt/notesSlides/notesSlide6.xml" Id="Rff97b26e51a94e2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161872cc67f4d42" /><Relationship Type="http://schemas.openxmlformats.org/officeDocument/2006/relationships/image" Target="/ppt/media/image.png" Id="Rd7aa4e0a467743bd" /><Relationship Type="http://schemas.openxmlformats.org/officeDocument/2006/relationships/notesSlide" Target="/ppt/notesSlides/notesSlide7.xml" Id="Re06ffcad9e1a48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7ec4070a4794b4e" /><Relationship Type="http://schemas.openxmlformats.org/officeDocument/2006/relationships/image" Target="/ppt/media/image.png" Id="R52260e39254f4205" /><Relationship Type="http://schemas.openxmlformats.org/officeDocument/2006/relationships/notesSlide" Target="/ppt/notesSlides/notesSlide8.xml" Id="Rdfcd5ae618e84f4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43069a7061f47bd" /><Relationship Type="http://schemas.openxmlformats.org/officeDocument/2006/relationships/image" Target="/ppt/media/image.png" Id="R6e06642058c3498a" /><Relationship Type="http://schemas.openxmlformats.org/officeDocument/2006/relationships/notesSlide" Target="/ppt/notesSlides/notesSlide9.xml" Id="Red6601b955c742c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82945c089574d7e" /><Relationship Type="http://schemas.openxmlformats.org/officeDocument/2006/relationships/image" Target="/ppt/media/image.png" Id="Reb7e32ad889f4c4d" /><Relationship Type="http://schemas.openxmlformats.org/officeDocument/2006/relationships/notesSlide" Target="/ppt/notesSlides/notesSlide10.xml" Id="R4944e63cfd754bc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eef817d589d431e" /><Relationship Type="http://schemas.openxmlformats.org/officeDocument/2006/relationships/image" Target="/ppt/media/image.png" Id="R9c7d67e62f8e4600" /><Relationship Type="http://schemas.openxmlformats.org/officeDocument/2006/relationships/notesSlide" Target="/ppt/notesSlides/notesSlide11.xml" Id="R4941466e32334c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73cf4d1d26e4fc8" /><Relationship Type="http://schemas.openxmlformats.org/officeDocument/2006/relationships/image" Target="/ppt/media/image.png" Id="Ra7ea4d24e2754083" /><Relationship Type="http://schemas.openxmlformats.org/officeDocument/2006/relationships/notesSlide" Target="/ppt/notesSlides/notesSlide12.xml" Id="Rf8569937a5854d4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50e9826e6574a04" /><Relationship Type="http://schemas.openxmlformats.org/officeDocument/2006/relationships/image" Target="/ppt/media/image.png" Id="Rb57727f348cc47d1" /><Relationship Type="http://schemas.openxmlformats.org/officeDocument/2006/relationships/notesSlide" Target="/ppt/notesSlides/notesSlide13.xml" Id="R851902259c9d4b7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c17c616af9a4c26" /><Relationship Type="http://schemas.openxmlformats.org/officeDocument/2006/relationships/image" Target="/ppt/media/image.png" Id="R4d9b4e1af221435a" /><Relationship Type="http://schemas.openxmlformats.org/officeDocument/2006/relationships/notesSlide" Target="/ppt/notesSlides/notesSlide14.xml" Id="Re894fc434f884d1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c61e882636f45cd" /><Relationship Type="http://schemas.openxmlformats.org/officeDocument/2006/relationships/image" Target="/ppt/media/image.png" Id="R54373dd2ed894928" /><Relationship Type="http://schemas.openxmlformats.org/officeDocument/2006/relationships/notesSlide" Target="/ppt/notesSlides/notesSlide15.xml" Id="R8ef012d36d5e40f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8c60158cd3749e2" /><Relationship Type="http://schemas.openxmlformats.org/officeDocument/2006/relationships/image" Target="/ppt/media/image.png" Id="R6ad7feab972f472d" /><Relationship Type="http://schemas.openxmlformats.org/officeDocument/2006/relationships/notesSlide" Target="/ppt/notesSlides/notesSlide16.xml" Id="R140b53e07dbc493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6d0a174770d4ef5" /><Relationship Type="http://schemas.openxmlformats.org/officeDocument/2006/relationships/image" Target="/ppt/media/image.png" Id="R88b84074d2e34399" /><Relationship Type="http://schemas.openxmlformats.org/officeDocument/2006/relationships/notesSlide" Target="/ppt/notesSlides/notesSlide17.xml" Id="Rc33676c66d3c466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8d17a7ab22047a1" /><Relationship Type="http://schemas.openxmlformats.org/officeDocument/2006/relationships/image" Target="/ppt/media/image.png" Id="R912d42afafde44a0" /><Relationship Type="http://schemas.openxmlformats.org/officeDocument/2006/relationships/notesSlide" Target="/ppt/notesSlides/notesSlide18.xml" Id="R9ce781bcb5f2486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950dc015cc7427d" /><Relationship Type="http://schemas.openxmlformats.org/officeDocument/2006/relationships/image" Target="/ppt/media/image.png" Id="R04585271c34846d3" /><Relationship Type="http://schemas.openxmlformats.org/officeDocument/2006/relationships/notesSlide" Target="/ppt/notesSlides/notesSlide19.xml" Id="Rb4b5581baa51464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bf7ae7595774d31" /><Relationship Type="http://schemas.openxmlformats.org/officeDocument/2006/relationships/image" Target="/ppt/media/image.png" Id="R0c5cf097131a4632" /><Relationship Type="http://schemas.openxmlformats.org/officeDocument/2006/relationships/notesSlide" Target="/ppt/notesSlides/notesSlide20.xml" Id="R31734b36bd164fd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07" name="Google Shape;107;g3785cdd0013_0_0">
            <a:extLst xmlns:a="http://schemas.openxmlformats.org/drawingml/2006/main">
              <a:ext uri="{FF2B5EF4-FFF2-40B4-BE49-F238E27FC236}">
                <a16:creationId xmlns:a16="http://schemas.microsoft.com/office/drawing/2014/main" id="{37C9AD41-CBAA-40E4-977D-E86C24D2EE7A}"/>
              </a:ext>
            </a:extLst>
          </p:cNvPr>
          <p:cNvSpPr>
            <a:spLocks xmlns:a="http://schemas.openxmlformats.org/drawingml/2006/main" noGrp="1"/>
          </p:cNvSpPr>
          <p:nvPr/>
        </p:nvSpPr>
        <p:spPr>
          <a:xfrm xmlns:a="http://schemas.openxmlformats.org/drawingml/2006/main">
            <a:off x="2387991" y="990600"/>
            <a:ext cx="7924800" cy="138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800" b="0" i="0" u="none" strike="noStrike" cap="none">
                <a:solidFill>
                  <a:schemeClr val="dk1"/>
                </a:solidFill>
                <a:latin typeface="Trebuchet MS"/>
                <a:ea typeface="Trebuchet MS"/>
                <a:cs typeface="Trebuchet MS"/>
              </a:rPr>
              <a:t>UE23CS441A </a:t>
            </a:r>
            <a:r>
              <a:rPr sz="2800" b="0" i="0" u="none" strike="noStrike" cap="none">
                <a:solidFill>
                  <a:schemeClr val="dk1"/>
                </a:solidFill>
                <a:latin typeface="Trebuchet MS"/>
                <a:ea typeface="Trebuchet MS"/>
                <a:cs typeface="Trebuchet MS"/>
              </a:rPr>
              <a:t>– Capstone Project Phase – 3</a:t>
            </a:r>
            <a:endParaRPr sz="2800" b="0" i="0" u="none" strike="noStrike" cap="none">
              <a:solidFill>
                <a:schemeClr val="dk1"/>
              </a:solidFill>
              <a:latin typeface="Trebuchet MS"/>
              <a:ea typeface="Trebuchet MS"/>
              <a:cs typeface="Trebuchet MS"/>
            </a:endParaRPr>
          </a:p>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800" b="0" i="0" u="none" strike="noStrike" cap="none">
                <a:solidFill>
                  <a:schemeClr val="dk1"/>
                </a:solidFill>
                <a:latin typeface="Trebuchet MS"/>
                <a:ea typeface="Trebuchet MS"/>
                <a:cs typeface="Trebuchet MS"/>
              </a:rPr>
              <a:t> </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800" b="0" i="0" u="none" strike="noStrike" cap="none">
                <a:solidFill>
                  <a:schemeClr val="accent2"/>
                </a:solidFill>
                <a:latin typeface="Trebuchet MS"/>
                <a:ea typeface="Trebuchet MS"/>
                <a:cs typeface="Trebuchet MS"/>
              </a:rPr>
              <a:t>Project Progress Review # </a:t>
            </a:r>
            <a:r>
              <a:rPr sz="2800">
                <a:solidFill>
                  <a:schemeClr val="accent2"/>
                </a:solidFill>
                <a:latin typeface="Trebuchet MS"/>
                <a:ea typeface="Trebuchet MS"/>
                <a:cs typeface="Trebuchet MS"/>
              </a:rPr>
              <a:t>2</a:t>
            </a:r>
            <a:endParaRPr sz="2800" b="0" i="0" u="none" strike="noStrike" cap="none">
              <a:solidFill>
                <a:schemeClr val="accent2"/>
              </a:solidFill>
              <a:latin typeface="Trebuchet MS"/>
              <a:ea typeface="Trebuchet MS"/>
              <a:cs typeface="Trebuchet MS"/>
            </a:endParaRPr>
          </a:p>
        </p:txBody>
      </p:sp>
      <p:sp>
        <p:nvSpPr>
          <p:cNvPr id="108" name="Google Shape;108;g3785cdd0013_0_0">
            <a:extLst xmlns:a="http://schemas.openxmlformats.org/drawingml/2006/main">
              <a:ext uri="{FF2B5EF4-FFF2-40B4-BE49-F238E27FC236}">
                <a16:creationId xmlns:a16="http://schemas.microsoft.com/office/drawing/2014/main" id="{67CE220B-6336-4DC1-96B1-2698B6346EFF}"/>
              </a:ext>
            </a:extLst>
          </p:cNvPr>
          <p:cNvSpPr>
            <a:spLocks xmlns:a="http://schemas.openxmlformats.org/drawingml/2006/main" noGrp="1"/>
          </p:cNvSpPr>
          <p:nvPr/>
        </p:nvSpPr>
        <p:spPr>
          <a:xfrm xmlns:a="http://schemas.openxmlformats.org/drawingml/2006/main">
            <a:off x="1828800" y="4419600"/>
            <a:ext cx="9048750" cy="1619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100">
                <a:solidFill>
                  <a:srgbClr val="000000"/>
                </a:solidFill>
                <a:latin typeface="Trebuchet MS"/>
                <a:ea typeface="Trebuchet MS"/>
                <a:cs typeface="Trebuchet MS"/>
              </a:defRPr>
            </a:defPPr>
          </a:lstStyle>
          <a:p xmlns:a="http://schemas.openxmlformats.org/drawingml/2006/main">
            <a:pPr marL="0" marR="0" lvl="0" indent="0" algn="l">
              <a:lnSpc>
                <a:spcPct val="100000"/>
              </a:lnSpc>
              <a:spcBef>
                <a:spcPts val="0"/>
              </a:spcBef>
              <a:spcAft>
                <a:spcPts val="0"/>
              </a:spcAft>
              <a:buClr>
                <a:srgbClr val="000000"/>
              </a:buClr>
              <a:buSzPts val="2400"/>
              <a:buFont typeface="Arial"/>
              <a:buNone/>
              <a:defRPr sz="2100">
                <a:solidFill>
                  <a:srgbClr val="000000"/>
                </a:solidFill>
                <a:latin typeface="Trebuchet MS"/>
                <a:ea typeface="Trebuchet MS"/>
                <a:cs typeface="Trebuchet MS"/>
              </a:defRPr>
            </a:pPr>
            <a:r>
              <a:rPr sz="2100" b="0" i="0" u="none" strike="noStrike" cap="none">
                <a:solidFill>
                  <a:srgbClr val="000000"/>
                </a:solidFill>
                <a:latin typeface="Trebuchet MS"/>
                <a:ea typeface="Trebuchet MS"/>
                <a:cs typeface="Trebuchet MS"/>
              </a:rPr>
              <a:t>Project Title   : PRIMA-NEXT</a:t>
            </a:r>
            <a:endParaRPr sz="2400" b="0" i="0" u="none" strike="noStrike" cap="none">
              <a:solidFill>
                <a:schemeClr val="accent1"/>
              </a:solidFill>
              <a:latin typeface="Trebuchet MS"/>
              <a:ea typeface="Trebuchet MS"/>
              <a:cs typeface="Trebuchet MS"/>
            </a:endParaRPr>
          </a:p>
          <a:p xmlns:a="http://schemas.openxmlformats.org/drawingml/2006/main">
            <a:pPr marL="0" marR="0" lvl="0" indent="0" algn="l">
              <a:lnSpc>
                <a:spcPct val="100000"/>
              </a:lnSpc>
              <a:spcBef>
                <a:spcPts val="0"/>
              </a:spcBef>
              <a:spcAft>
                <a:spcPts val="0"/>
              </a:spcAft>
              <a:buClr>
                <a:srgbClr val="000000"/>
              </a:buClr>
              <a:buSzPts val="2400"/>
              <a:buFont typeface="Arial"/>
              <a:buNone/>
              <a:defRPr sz="2100">
                <a:solidFill>
                  <a:srgbClr val="000000"/>
                </a:solidFill>
                <a:latin typeface="Trebuchet MS"/>
                <a:ea typeface="Trebuchet MS"/>
                <a:cs typeface="Trebuchet MS"/>
              </a:defRPr>
            </a:pPr>
            <a:r>
              <a:rPr sz="2100" b="0" i="0" u="none" strike="noStrike" cap="none">
                <a:solidFill>
                  <a:srgbClr val="000000"/>
                </a:solidFill>
                <a:latin typeface="Trebuchet MS"/>
                <a:ea typeface="Trebuchet MS"/>
                <a:cs typeface="Trebuchet MS"/>
              </a:rPr>
              <a:t>Project ID       : [To be added]</a:t>
            </a:r>
            <a:endParaRPr sz="2400" b="0" i="0" u="none" strike="noStrike" cap="none">
              <a:solidFill>
                <a:schemeClr val="accent1"/>
              </a:solidFill>
              <a:latin typeface="Trebuchet MS"/>
              <a:ea typeface="Trebuchet MS"/>
              <a:cs typeface="Trebuchet MS"/>
            </a:endParaRPr>
          </a:p>
          <a:p xmlns:a="http://schemas.openxmlformats.org/drawingml/2006/main">
            <a:pPr marL="0" marR="0" lvl="0" indent="0" algn="l">
              <a:lnSpc>
                <a:spcPct val="100000"/>
              </a:lnSpc>
              <a:spcBef>
                <a:spcPts val="0"/>
              </a:spcBef>
              <a:spcAft>
                <a:spcPts val="0"/>
              </a:spcAft>
              <a:buClr>
                <a:srgbClr val="000000"/>
              </a:buClr>
              <a:buSzPts val="2400"/>
              <a:buFont typeface="Arial"/>
              <a:buNone/>
              <a:defRPr sz="2100">
                <a:solidFill>
                  <a:srgbClr val="000000"/>
                </a:solidFill>
                <a:latin typeface="Trebuchet MS"/>
                <a:ea typeface="Trebuchet MS"/>
                <a:cs typeface="Trebuchet MS"/>
              </a:defRPr>
            </a:pPr>
            <a:r>
              <a:rPr sz="2100" b="0" i="0" u="none" strike="noStrike" cap="none">
                <a:solidFill>
                  <a:srgbClr val="000000"/>
                </a:solidFill>
                <a:latin typeface="Trebuchet MS"/>
                <a:ea typeface="Trebuchet MS"/>
                <a:cs typeface="Trebuchet MS"/>
              </a:rPr>
              <a:t>Project Guide : [To be added]</a:t>
            </a:r>
            <a:endParaRPr sz="2400" b="0" i="0" u="none" strike="noStrike" cap="none">
              <a:solidFill>
                <a:schemeClr val="accent1"/>
              </a:solidFill>
              <a:latin typeface="Trebuchet MS"/>
              <a:ea typeface="Trebuchet MS"/>
              <a:cs typeface="Trebuchet MS"/>
            </a:endParaRPr>
          </a:p>
          <a:p xmlns:a="http://schemas.openxmlformats.org/drawingml/2006/main">
            <a:pPr marL="0" marR="0" lvl="0" indent="0" algn="l">
              <a:lnSpc>
                <a:spcPct val="100000"/>
              </a:lnSpc>
              <a:spcBef>
                <a:spcPts val="0"/>
              </a:spcBef>
              <a:spcAft>
                <a:spcPts val="0"/>
              </a:spcAft>
              <a:buClr>
                <a:srgbClr val="000000"/>
              </a:buClr>
              <a:buSzPts val="2400"/>
              <a:buFont typeface="Arial"/>
              <a:buNone/>
              <a:defRPr sz="2100">
                <a:solidFill>
                  <a:srgbClr val="000000"/>
                </a:solidFill>
                <a:latin typeface="Trebuchet MS"/>
                <a:ea typeface="Trebuchet MS"/>
                <a:cs typeface="Trebuchet MS"/>
              </a:defRPr>
            </a:pPr>
            <a:r>
              <a:rPr sz="2100" b="0" i="0" u="none" strike="noStrike" cap="none">
                <a:solidFill>
                  <a:srgbClr val="000000"/>
                </a:solidFill>
                <a:latin typeface="Trebuchet MS"/>
                <a:ea typeface="Trebuchet MS"/>
                <a:cs typeface="Trebuchet MS"/>
              </a:rPr>
              <a:t>Project Team  : [To be added]</a:t>
            </a:r>
            <a:endParaRPr sz="2000" b="0" i="0" u="none" strike="noStrike" cap="none">
              <a:solidFill>
                <a:schemeClr val="accent1"/>
              </a:solidFill>
              <a:latin typeface="Calibri"/>
              <a:ea typeface="Calibri"/>
              <a:cs typeface="Calibri"/>
            </a:endParaRPr>
          </a:p>
        </p:txBody>
      </p:sp>
      <p:pic>
        <p:nvPicPr>
          <p:cNvPr id="109" name="Google Shape;109;g3785cdd0013_0_0">
            <a:extLst xmlns:a="http://schemas.openxmlformats.org/drawingml/2006/main">
              <a:ext uri="{FF2B5EF4-FFF2-40B4-BE49-F238E27FC236}">
                <a16:creationId xmlns:a16="http://schemas.microsoft.com/office/drawing/2014/main" id="{E49F463E-525F-4313-A4E1-411670ABF8B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c8f4273d88749a4">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62788403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26" name="Google Shape;126;g38215e9470b_0_18">
            <a:extLst xmlns:a="http://schemas.openxmlformats.org/drawingml/2006/main">
              <a:ext uri="{FF2B5EF4-FFF2-40B4-BE49-F238E27FC236}">
                <a16:creationId xmlns:a16="http://schemas.microsoft.com/office/drawing/2014/main" id="{8A9ABF92-0221-4502-ADEC-6CBAAA7DF3BD}"/>
              </a:ext>
            </a:extLst>
          </p:cNvPr>
          <p:cNvSpPr>
            <a:spLocks xmlns:a="http://schemas.openxmlformats.org/drawingml/2006/main" noGrp="1"/>
          </p:cNvSpPr>
          <p:nvPr/>
        </p:nvSpPr>
        <p:spPr>
          <a:xfrm xmlns:a="http://schemas.openxmlformats.org/drawingml/2006/main">
            <a:off x="1828800" y="773825"/>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891" marR="0" lvl="0" indent="-342891"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Review 1 feedback and current progress</a:t>
            </a:r>
            <a:endParaRPr sz="2400" b="0" i="0" u="none" strike="noStrike" cap="none">
              <a:solidFill>
                <a:srgbClr val="FF0000"/>
              </a:solidFill>
              <a:latin typeface="Trebuchet MS"/>
              <a:ea typeface="Trebuchet MS"/>
              <a:cs typeface="Trebuchet MS"/>
            </a:endParaRPr>
          </a:p>
        </p:txBody>
      </p:sp>
      <p:pic>
        <p:nvPicPr>
          <p:cNvPr id="127" name="Google Shape;127;g38215e9470b_0_18">
            <a:extLst xmlns:a="http://schemas.openxmlformats.org/drawingml/2006/main">
              <a:ext uri="{FF2B5EF4-FFF2-40B4-BE49-F238E27FC236}">
                <a16:creationId xmlns:a16="http://schemas.microsoft.com/office/drawing/2014/main" id="{BC668E4F-C24B-4058-BE84-406A48FA7A1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6afeb516c594608">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28" name="Google Shape;128;g38215e9470b_0_18">
            <a:extLst xmlns:a="http://schemas.openxmlformats.org/drawingml/2006/main">
              <a:ext uri="{FF2B5EF4-FFF2-40B4-BE49-F238E27FC236}">
                <a16:creationId xmlns:a16="http://schemas.microsoft.com/office/drawing/2014/main" id="{C42A629A-54CE-40BD-AE49-D7B6DEA0BF84}"/>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29" name="Google Shape;129;g38215e9470b_0_18">
            <a:extLst xmlns:a="http://schemas.openxmlformats.org/drawingml/2006/main">
              <a:ext uri="{FF2B5EF4-FFF2-40B4-BE49-F238E27FC236}">
                <a16:creationId xmlns:a16="http://schemas.microsoft.com/office/drawing/2014/main" id="{CD34F56E-1309-4F15-8802-B2C969EFB1CE}"/>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30" name="Review summary">
            <a:extLst xmlns:a="http://schemas.openxmlformats.org/drawingml/2006/main">
              <a:ext uri="{FF2B5EF4-FFF2-40B4-BE49-F238E27FC236}">
                <a16:creationId xmlns:a16="http://schemas.microsoft.com/office/drawing/2014/main" id="{C8C24069-57CF-406D-9504-5CA07C3EF2F7}"/>
              </a:ext>
            </a:extLst>
          </p:cNvPr>
          <p:cNvSpPr>
            <a:spLocks xmlns:a="http://schemas.openxmlformats.org/drawingml/2006/main" noGrp="1"/>
          </p:cNvSpPr>
          <p:nvPr/>
        </p:nvSpPr>
        <p:spPr>
          <a:xfrm xmlns:a="http://schemas.openxmlformats.org/drawingml/2006/main">
            <a:off x="1828800" y="1581150"/>
            <a:ext cx="906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Trebuchet MS"/>
                <a:ea typeface="Trebuchet MS"/>
                <a:cs typeface="Trebuchet MS"/>
              </a:defRPr>
            </a:defPPr>
          </a:lstStyle>
          <a:p xmlns:a="http://schemas.openxmlformats.org/drawingml/2006/main">
            <a:pPr algn="l">
              <a:defRPr sz="1725" b="0">
                <a:solidFill>
                  <a:srgbClr val="000000"/>
                </a:solidFill>
                <a:latin typeface="Trebuchet MS"/>
                <a:ea typeface="Trebuchet MS"/>
                <a:cs typeface="Trebuchet MS"/>
              </a:defRPr>
            </a:pPr>
            <a:r>
              <a:rPr sz="1725" b="0">
                <a:solidFill>
                  <a:srgbClr val="000000"/>
                </a:solidFill>
                <a:latin typeface="Trebuchet MS"/>
                <a:ea typeface="Trebuchet MS"/>
                <a:cs typeface="Trebuchet MS"/>
              </a:rPr>
              <a:t>The panel requested a single sample showing every module, with a baseline comparison.</a:t>
            </a:r>
          </a:p>
        </p:txBody>
      </p:sp>
      <p:graphicFrame>
        <p:nvGraphicFramePr>
          <p:cNvPr id="131" name="">
            <a:extLst xmlns:a="http://schemas.openxmlformats.org/drawingml/2006/main">
              <a:ext uri="{FF2B5EF4-FFF2-40B4-BE49-F238E27FC236}">
                <a16:creationId xmlns:a16="http://schemas.microsoft.com/office/drawing/2014/main" id="{159ECE0E-70D5-4840-B160-5155142F87E2}"/>
              </a:ext>
            </a:extLst>
          </p:cNvPr>
          <p:cNvGraphicFramePr/>
          <p:nvPr/>
        </p:nvGraphicFramePr>
        <p:xfrm>
          <a:off xmlns:a="http://schemas.openxmlformats.org/drawingml/2006/main" x="1828800" y="2286000"/>
          <a:ext xmlns:a="http://schemas.openxmlformats.org/drawingml/2006/main" cx="9067800" cy="2621280"/>
        </p:xfrm>
        <a:graphic xmlns:a="http://schemas.openxmlformats.org/drawingml/2006/main">
          <a:graphicData uri="http://schemas.openxmlformats.org/drawingml/2006/table">
            <a:tbl>
              <a:tblPr firstRow="1" bandRow="0"/>
              <a:tblGrid>
                <a:gridCol w="2095500"/>
                <a:gridCol w="3429000"/>
                <a:gridCol w="3543300"/>
              </a:tblGrid>
              <a:tr h="384810">
                <a:tc>
                  <a:txBody>
                    <a:bodyPr wrap="square" lIns="95250" tIns="66675" rIns="95250" bIns="66675">
                      <a:noAutofit/>
                    </a:bodyPr>
                    <a:lstStyle/>
                    <a:p>
                      <a:pPr algn="l"/>
                      <a:r>
                        <a:rPr sz="1500" b="1">
                          <a:solidFill>
                            <a:srgbClr val="000000"/>
                          </a:solidFill>
                          <a:latin typeface="Trebuchet MS"/>
                          <a:ea typeface="Trebuchet MS"/>
                          <a:cs typeface="Trebuchet MS"/>
                        </a:rPr>
                        <a:t>Review request</a:t>
                      </a:r>
                    </a:p>
                  </a:txBody>
                  <a:tcPr marL="95250" marR="95250" marT="66675" marB="66675" anchor="t">
                    <a:solidFill>
                      <a:srgbClr val="FFF2E0"/>
                    </a:solidFill>
                  </a:tcPr>
                </a:tc>
                <a:tc>
                  <a:txBody>
                    <a:bodyPr wrap="square" lIns="95250" tIns="66675" rIns="95250" bIns="66675">
                      <a:noAutofit/>
                    </a:bodyPr>
                    <a:lstStyle/>
                    <a:p>
                      <a:pPr algn="l"/>
                      <a:r>
                        <a:rPr sz="1500" b="1">
                          <a:solidFill>
                            <a:srgbClr val="000000"/>
                          </a:solidFill>
                          <a:latin typeface="Trebuchet MS"/>
                          <a:ea typeface="Trebuchet MS"/>
                          <a:cs typeface="Trebuchet MS"/>
                        </a:rPr>
                        <a:t>Available evidence</a:t>
                      </a:r>
                    </a:p>
                  </a:txBody>
                  <a:tcPr marL="95250" marR="95250" marT="66675" marB="66675" anchor="t">
                    <a:solidFill>
                      <a:srgbClr val="FFF2E0"/>
                    </a:solidFill>
                  </a:tcPr>
                </a:tc>
                <a:tc>
                  <a:txBody>
                    <a:bodyPr wrap="square" lIns="95250" tIns="66675" rIns="95250" bIns="66675">
                      <a:noAutofit/>
                    </a:bodyPr>
                    <a:lstStyle/>
                    <a:p>
                      <a:pPr algn="l"/>
                      <a:r>
                        <a:rPr sz="1500" b="1">
                          <a:solidFill>
                            <a:srgbClr val="000000"/>
                          </a:solidFill>
                          <a:latin typeface="Trebuchet MS"/>
                          <a:ea typeface="Trebuchet MS"/>
                          <a:cs typeface="Trebuchet MS"/>
                        </a:rPr>
                        <a:t>Remaining work</a:t>
                      </a:r>
                    </a:p>
                  </a:txBody>
                  <a:tcPr marL="95250" marR="95250" marT="66675" marB="66675" anchor="t">
                    <a:solidFill>
                      <a:srgbClr val="FFF2E0"/>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One connected demo</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Typed task routes and execution traces</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Run and rehearse the unified scenario</a:t>
                      </a:r>
                    </a:p>
                  </a:txBody>
                  <a:tcPr marL="95250" marR="95250" marT="66675" marB="66675" anchor="t">
                    <a:solidFill>
                      <a:srgbClr val="FFFFFF"/>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Fair comparison</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Model-only, simple RAG and full profiles</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Save matched real-model outputs and scores</a:t>
                      </a:r>
                    </a:p>
                  </a:txBody>
                  <a:tcPr marL="95250" marR="95250" marT="66675" marB="66675" anchor="t">
                    <a:solidFill>
                      <a:srgbClr val="FFFFFF"/>
                    </a:solidFill>
                  </a:tcPr>
                </a:tc>
              </a:tr>
              <a:tr h="384810">
                <a:tc>
                  <a:txBody>
                    <a:bodyPr wrap="square" lIns="95250" tIns="66675" rIns="95250" bIns="66675">
                      <a:noAutofit/>
                    </a:bodyPr>
                    <a:lstStyle/>
                    <a:p>
                      <a:pPr algn="l"/>
                      <a:r>
                        <a:rPr sz="1500" b="0">
                          <a:solidFill>
                            <a:srgbClr val="000000"/>
                          </a:solidFill>
                          <a:latin typeface="Trebuchet MS"/>
                          <a:ea typeface="Trebuchet MS"/>
                          <a:cs typeface="Trebuchet MS"/>
                        </a:rPr>
                        <a:t>Module verification</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25 focused tests passed in 1.87 s</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Fresh wider-suite completion</a:t>
                      </a:r>
                    </a:p>
                  </a:txBody>
                  <a:tcPr marL="95250" marR="95250" marT="66675" marB="66675" anchor="t">
                    <a:solidFill>
                      <a:srgbClr val="FFFFFF"/>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Paper / patent progress</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Technical documentation and subset results</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Add manuscript, submission or filing records</a:t>
                      </a:r>
                    </a:p>
                  </a:txBody>
                  <a:tcPr marL="95250" marR="95250" marT="66675" marB="66675" anchor="t">
                    <a:solidFill>
                      <a:srgbClr val="FFFFFF"/>
                    </a:solidFill>
                  </a:tcPr>
                </a:tc>
              </a:tr>
            </a:tbl>
          </a:graphicData>
        </a:graphic>
      </p:graphicFrame>
      <p:sp>
        <p:nvSpPr>
          <p:cNvPr id="132" name="Main takeaway">
            <a:extLst xmlns:a="http://schemas.openxmlformats.org/drawingml/2006/main">
              <a:ext uri="{FF2B5EF4-FFF2-40B4-BE49-F238E27FC236}">
                <a16:creationId xmlns:a16="http://schemas.microsoft.com/office/drawing/2014/main" id="{D1FCFD51-2A3A-43BC-BEDC-8B361A30E51F}"/>
              </a:ext>
            </a:extLst>
          </p:cNvPr>
          <p:cNvSpPr>
            <a:spLocks xmlns:a="http://schemas.openxmlformats.org/drawingml/2006/main" noGrp="1"/>
          </p:cNvSpPr>
          <p:nvPr/>
        </p:nvSpPr>
        <p:spPr>
          <a:xfrm xmlns:a="http://schemas.openxmlformats.org/drawingml/2006/main">
            <a:off x="1828800" y="5050155"/>
            <a:ext cx="9067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00000"/>
                </a:solidFill>
                <a:latin typeface="Trebuchet MS"/>
                <a:ea typeface="Trebuchet MS"/>
                <a:cs typeface="Trebuchet MS"/>
              </a:defRPr>
            </a:defPPr>
          </a:lstStyle>
          <a:p xmlns:a="http://schemas.openxmlformats.org/drawingml/2006/main">
            <a:pPr algn="l">
              <a:defRPr sz="1575" b="1">
                <a:solidFill>
                  <a:srgbClr val="000000"/>
                </a:solidFill>
                <a:latin typeface="Trebuchet MS"/>
                <a:ea typeface="Trebuchet MS"/>
                <a:cs typeface="Trebuchet MS"/>
              </a:defRPr>
            </a:pPr>
            <a:r>
              <a:rPr sz="1575" b="1">
                <a:solidFill>
                  <a:srgbClr val="000000"/>
                </a:solidFill>
                <a:latin typeface="Trebuchet MS"/>
                <a:ea typeface="Trebuchet MS"/>
                <a:cs typeface="Trebuchet MS"/>
              </a:rPr>
              <a:t>Today: architecture, measured evidence, demo plan and the next milestones.</a:t>
            </a:r>
          </a:p>
        </p:txBody>
      </p:sp>
    </p:spTree>
    <p:extLst>
      <p:ext uri="{BB962C8B-B14F-4D97-AF65-F5344CB8AC3E}">
        <p14:creationId xmlns:p14="http://schemas.microsoft.com/office/powerpoint/2010/main" val="51574953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DEA1E96B-AB23-4E91-A3CD-D7478C76D6CF}"/>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Problem, objectives and contribution</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A5D74F80-5559-4589-9605-D208F53C4D0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93e63cf733b45ca">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1E64C609-4F60-4B54-B4F8-37323E8314E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2818A281-81A3-4449-A15E-AD167E5CA72D}"/>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39" name="Review summary">
            <a:extLst xmlns:a="http://schemas.openxmlformats.org/drawingml/2006/main">
              <a:ext uri="{FF2B5EF4-FFF2-40B4-BE49-F238E27FC236}">
                <a16:creationId xmlns:a16="http://schemas.microsoft.com/office/drawing/2014/main" id="{8382F95A-14C0-475F-82E2-A647DDAAAAB0}"/>
              </a:ext>
            </a:extLst>
          </p:cNvPr>
          <p:cNvSpPr>
            <a:spLocks xmlns:a="http://schemas.openxmlformats.org/drawingml/2006/main" noGrp="1"/>
          </p:cNvSpPr>
          <p:nvPr/>
        </p:nvSpPr>
        <p:spPr>
          <a:xfrm xmlns:a="http://schemas.openxmlformats.org/drawingml/2006/main">
            <a:off x="1828800" y="1581150"/>
            <a:ext cx="906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Trebuchet MS"/>
                <a:ea typeface="Trebuchet MS"/>
                <a:cs typeface="Trebuchet MS"/>
              </a:defRPr>
            </a:defPPr>
          </a:lstStyle>
          <a:p xmlns:a="http://schemas.openxmlformats.org/drawingml/2006/main">
            <a:pPr algn="l">
              <a:defRPr sz="1725" b="0">
                <a:solidFill>
                  <a:srgbClr val="000000"/>
                </a:solidFill>
                <a:latin typeface="Trebuchet MS"/>
                <a:ea typeface="Trebuchet MS"/>
                <a:cs typeface="Trebuchet MS"/>
              </a:defRPr>
            </a:pPr>
            <a:r>
              <a:rPr sz="1725" b="0">
                <a:solidFill>
                  <a:srgbClr val="000000"/>
                </a:solidFill>
                <a:latin typeface="Trebuchet MS"/>
                <a:ea typeface="Trebuchet MS"/>
                <a:cs typeface="Trebuchet MS"/>
              </a:rPr>
              <a:t>How can an agent retain useful history, retrieve evidence and correct failures without uncontrolled cost?</a:t>
            </a:r>
          </a:p>
        </p:txBody>
      </p:sp>
      <p:graphicFrame>
        <p:nvGraphicFramePr>
          <p:cNvPr id="140" name="">
            <a:extLst xmlns:a="http://schemas.openxmlformats.org/drawingml/2006/main">
              <a:ext uri="{FF2B5EF4-FFF2-40B4-BE49-F238E27FC236}">
                <a16:creationId xmlns:a16="http://schemas.microsoft.com/office/drawing/2014/main" id="{2AB01C57-452E-4924-845E-67EF23EF3549}"/>
              </a:ext>
            </a:extLst>
          </p:cNvPr>
          <p:cNvGraphicFramePr/>
          <p:nvPr/>
        </p:nvGraphicFramePr>
        <p:xfrm>
          <a:off xmlns:a="http://schemas.openxmlformats.org/drawingml/2006/main" x="1828800" y="2286000"/>
          <a:ext xmlns:a="http://schemas.openxmlformats.org/drawingml/2006/main" cx="9067800" cy="2853690"/>
        </p:xfrm>
        <a:graphic xmlns:a="http://schemas.openxmlformats.org/drawingml/2006/main">
          <a:graphicData uri="http://schemas.openxmlformats.org/drawingml/2006/table">
            <a:tbl>
              <a:tblPr firstRow="1" bandRow="0"/>
              <a:tblGrid>
                <a:gridCol w="2143125"/>
                <a:gridCol w="3286125"/>
                <a:gridCol w="3638550"/>
              </a:tblGrid>
              <a:tr h="384810">
                <a:tc>
                  <a:txBody>
                    <a:bodyPr wrap="square" lIns="95250" tIns="66675" rIns="95250" bIns="66675">
                      <a:noAutofit/>
                    </a:bodyPr>
                    <a:lstStyle/>
                    <a:p>
                      <a:pPr algn="l"/>
                      <a:r>
                        <a:rPr sz="1500" b="1">
                          <a:solidFill>
                            <a:srgbClr val="000000"/>
                          </a:solidFill>
                          <a:latin typeface="Trebuchet MS"/>
                          <a:ea typeface="Trebuchet MS"/>
                          <a:cs typeface="Trebuchet MS"/>
                        </a:rPr>
                        <a:t>Objective</a:t>
                      </a:r>
                    </a:p>
                  </a:txBody>
                  <a:tcPr marL="95250" marR="95250" marT="66675" marB="66675" anchor="t">
                    <a:solidFill>
                      <a:srgbClr val="FFF2E0"/>
                    </a:solidFill>
                  </a:tcPr>
                </a:tc>
                <a:tc>
                  <a:txBody>
                    <a:bodyPr wrap="square" lIns="95250" tIns="66675" rIns="95250" bIns="66675">
                      <a:noAutofit/>
                    </a:bodyPr>
                    <a:lstStyle/>
                    <a:p>
                      <a:pPr algn="l"/>
                      <a:r>
                        <a:rPr sz="1500" b="1">
                          <a:solidFill>
                            <a:srgbClr val="000000"/>
                          </a:solidFill>
                          <a:latin typeface="Trebuchet MS"/>
                          <a:ea typeface="Trebuchet MS"/>
                          <a:cs typeface="Trebuchet MS"/>
                        </a:rPr>
                        <a:t>PRIMA mechanism</a:t>
                      </a:r>
                    </a:p>
                  </a:txBody>
                  <a:tcPr marL="95250" marR="95250" marT="66675" marB="66675" anchor="t">
                    <a:solidFill>
                      <a:srgbClr val="FFF2E0"/>
                    </a:solidFill>
                  </a:tcPr>
                </a:tc>
                <a:tc>
                  <a:txBody>
                    <a:bodyPr wrap="square" lIns="95250" tIns="66675" rIns="95250" bIns="66675">
                      <a:noAutofit/>
                    </a:bodyPr>
                    <a:lstStyle/>
                    <a:p>
                      <a:pPr algn="l"/>
                      <a:r>
                        <a:rPr sz="1500" b="1">
                          <a:solidFill>
                            <a:srgbClr val="000000"/>
                          </a:solidFill>
                          <a:latin typeface="Trebuchet MS"/>
                          <a:ea typeface="Trebuchet MS"/>
                          <a:cs typeface="Trebuchet MS"/>
                        </a:rPr>
                        <a:t>Success evidence</a:t>
                      </a:r>
                    </a:p>
                  </a:txBody>
                  <a:tcPr marL="95250" marR="95250" marT="66675" marB="66675" anchor="t">
                    <a:solidFill>
                      <a:srgbClr val="FFF2E0"/>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Remember useful history</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Selective admission and multiple memory types</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Retention and later QA against the same history</a:t>
                      </a:r>
                    </a:p>
                  </a:txBody>
                  <a:tcPr marL="95250" marR="95250" marT="66675" marB="66675" anchor="t">
                    <a:solidFill>
                      <a:srgbClr val="FFFFFF"/>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Answer with evidence</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Hybrid retrieval, sufficiency and citations</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Held-out answer and evidence metrics</a:t>
                      </a:r>
                    </a:p>
                  </a:txBody>
                  <a:tcPr marL="95250" marR="95250" marT="66675" marB="66675" anchor="t">
                    <a:solidFill>
                      <a:srgbClr val="FFFFFF"/>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Bound correction work</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Workflow budgets and explicit stop reasons</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Actual helped / harmed outcomes and cost</a:t>
                      </a:r>
                    </a:p>
                  </a:txBody>
                  <a:tcPr marL="95250" marR="95250" marT="66675" marB="66675" anchor="t">
                    <a:solidFill>
                      <a:srgbClr val="FFFFFF"/>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Control operations</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Typed requests, tool policy and schema checks</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Executed and blocked-action traces</a:t>
                      </a:r>
                    </a:p>
                  </a:txBody>
                  <a:tcPr marL="95250" marR="95250" marT="66675" marB="66675" anchor="t">
                    <a:solidFill>
                      <a:srgbClr val="FFFFFF"/>
                    </a:solidFill>
                  </a:tcPr>
                </a:tc>
              </a:tr>
            </a:tbl>
          </a:graphicData>
        </a:graphic>
      </p:graphicFrame>
      <p:sp>
        <p:nvSpPr>
          <p:cNvPr id="141" name="Main takeaway">
            <a:extLst xmlns:a="http://schemas.openxmlformats.org/drawingml/2006/main">
              <a:ext uri="{FF2B5EF4-FFF2-40B4-BE49-F238E27FC236}">
                <a16:creationId xmlns:a16="http://schemas.microsoft.com/office/drawing/2014/main" id="{70F77324-33D9-48B0-B515-8B6D14D4B1BC}"/>
              </a:ext>
            </a:extLst>
          </p:cNvPr>
          <p:cNvSpPr>
            <a:spLocks xmlns:a="http://schemas.openxmlformats.org/drawingml/2006/main" noGrp="1"/>
          </p:cNvSpPr>
          <p:nvPr/>
        </p:nvSpPr>
        <p:spPr>
          <a:xfrm xmlns:a="http://schemas.openxmlformats.org/drawingml/2006/main">
            <a:off x="1828800" y="5282565"/>
            <a:ext cx="9067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00000"/>
                </a:solidFill>
                <a:latin typeface="Trebuchet MS"/>
                <a:ea typeface="Trebuchet MS"/>
                <a:cs typeface="Trebuchet MS"/>
              </a:defRPr>
            </a:defPPr>
          </a:lstStyle>
          <a:p xmlns:a="http://schemas.openxmlformats.org/drawingml/2006/main">
            <a:pPr algn="l">
              <a:defRPr sz="1575" b="1">
                <a:solidFill>
                  <a:srgbClr val="000000"/>
                </a:solidFill>
                <a:latin typeface="Trebuchet MS"/>
                <a:ea typeface="Trebuchet MS"/>
                <a:cs typeface="Trebuchet MS"/>
              </a:defRPr>
            </a:pPr>
            <a:r>
              <a:rPr sz="1575" b="1">
                <a:solidFill>
                  <a:srgbClr val="000000"/>
                </a:solidFill>
                <a:latin typeface="Trebuchet MS"/>
                <a:ea typeface="Trebuchet MS"/>
                <a:cs typeface="Trebuchet MS"/>
              </a:rPr>
              <a:t>Contribution: an integrated runtime around existing models. Full quality gains still need validation.</a:t>
            </a:r>
          </a:p>
        </p:txBody>
      </p:sp>
    </p:spTree>
    <p:extLst>
      <p:ext uri="{BB962C8B-B14F-4D97-AF65-F5344CB8AC3E}">
        <p14:creationId xmlns:p14="http://schemas.microsoft.com/office/powerpoint/2010/main" val="40649739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DEA1E96B-AB23-4E91-A3CD-D7478C76D6CF}"/>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Architecture and execution workflow</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A5D74F80-5559-4589-9605-D208F53C4D0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58c0a3416784895">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1E64C609-4F60-4B54-B4F8-37323E8314E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2818A281-81A3-4449-A15E-AD167E5CA72D}"/>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39" name="Review summary">
            <a:extLst xmlns:a="http://schemas.openxmlformats.org/drawingml/2006/main">
              <a:ext uri="{FF2B5EF4-FFF2-40B4-BE49-F238E27FC236}">
                <a16:creationId xmlns:a16="http://schemas.microsoft.com/office/drawing/2014/main" id="{10EC6326-8E71-4B20-9D45-6763CF5A6B16}"/>
              </a:ext>
            </a:extLst>
          </p:cNvPr>
          <p:cNvSpPr>
            <a:spLocks xmlns:a="http://schemas.openxmlformats.org/drawingml/2006/main" noGrp="1"/>
          </p:cNvSpPr>
          <p:nvPr/>
        </p:nvSpPr>
        <p:spPr>
          <a:xfrm xmlns:a="http://schemas.openxmlformats.org/drawingml/2006/main">
            <a:off x="1828800" y="1581150"/>
            <a:ext cx="906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Trebuchet MS"/>
                <a:ea typeface="Trebuchet MS"/>
                <a:cs typeface="Trebuchet MS"/>
              </a:defRPr>
            </a:defPPr>
          </a:lstStyle>
          <a:p xmlns:a="http://schemas.openxmlformats.org/drawingml/2006/main">
            <a:pPr algn="l">
              <a:defRPr sz="1725" b="0">
                <a:solidFill>
                  <a:srgbClr val="000000"/>
                </a:solidFill>
                <a:latin typeface="Trebuchet MS"/>
                <a:ea typeface="Trebuchet MS"/>
                <a:cs typeface="Trebuchet MS"/>
              </a:defRPr>
            </a:pPr>
            <a:r>
              <a:rPr sz="1725" b="0">
                <a:solidFill>
                  <a:srgbClr val="000000"/>
                </a:solidFill>
                <a:latin typeface="Trebuchet MS"/>
                <a:ea typeface="Trebuchet MS"/>
                <a:cs typeface="Trebuchet MS"/>
              </a:rPr>
              <a:t>PrimaRuntime.execute(PrimaRequest) is the shared entry point. The workflow owns controller order and effects.</a:t>
            </a:r>
          </a:p>
        </p:txBody>
      </p:sp>
      <p:graphicFrame>
        <p:nvGraphicFramePr>
          <p:cNvPr id="140" name="">
            <a:extLst xmlns:a="http://schemas.openxmlformats.org/drawingml/2006/main">
              <a:ext uri="{FF2B5EF4-FFF2-40B4-BE49-F238E27FC236}">
                <a16:creationId xmlns:a16="http://schemas.microsoft.com/office/drawing/2014/main" id="{56748B7E-9302-44DA-8FBC-9D9978800E05}"/>
              </a:ext>
            </a:extLst>
          </p:cNvPr>
          <p:cNvGraphicFramePr/>
          <p:nvPr/>
        </p:nvGraphicFramePr>
        <p:xfrm>
          <a:off xmlns:a="http://schemas.openxmlformats.org/drawingml/2006/main" x="1828800" y="2286000"/>
          <a:ext xmlns:a="http://schemas.openxmlformats.org/drawingml/2006/main" cx="9067800" cy="3006090"/>
        </p:xfrm>
        <a:graphic xmlns:a="http://schemas.openxmlformats.org/drawingml/2006/main">
          <a:graphicData uri="http://schemas.openxmlformats.org/drawingml/2006/table">
            <a:tbl>
              <a:tblPr firstRow="1" bandRow="0"/>
              <a:tblGrid>
                <a:gridCol w="1905000"/>
                <a:gridCol w="4143375"/>
                <a:gridCol w="3019425"/>
              </a:tblGrid>
              <a:tr h="361569">
                <a:tc>
                  <a:txBody>
                    <a:bodyPr wrap="square" lIns="95250" tIns="66675" rIns="95250" bIns="66675">
                      <a:noAutofit/>
                    </a:bodyPr>
                    <a:lstStyle/>
                    <a:p>
                      <a:pPr algn="l"/>
                      <a:r>
                        <a:rPr sz="1350" b="1">
                          <a:solidFill>
                            <a:srgbClr val="000000"/>
                          </a:solidFill>
                          <a:latin typeface="Trebuchet MS"/>
                          <a:ea typeface="Trebuchet MS"/>
                          <a:cs typeface="Trebuchet MS"/>
                        </a:rPr>
                        <a:t>Stage</a:t>
                      </a:r>
                    </a:p>
                  </a:txBody>
                  <a:tcPr marL="95250" marR="95250" marT="66675" marB="66675" anchor="t">
                    <a:solidFill>
                      <a:srgbClr val="FFF2E0"/>
                    </a:solidFill>
                  </a:tcPr>
                </a:tc>
                <a:tc>
                  <a:txBody>
                    <a:bodyPr wrap="square" lIns="95250" tIns="66675" rIns="95250" bIns="66675">
                      <a:noAutofit/>
                    </a:bodyPr>
                    <a:lstStyle/>
                    <a:p>
                      <a:pPr algn="l"/>
                      <a:r>
                        <a:rPr sz="1350" b="1">
                          <a:solidFill>
                            <a:srgbClr val="000000"/>
                          </a:solidFill>
                          <a:latin typeface="Trebuchet MS"/>
                          <a:ea typeface="Trebuchet MS"/>
                          <a:cs typeface="Trebuchet MS"/>
                        </a:rPr>
                        <a:t>Main operations</a:t>
                      </a:r>
                    </a:p>
                  </a:txBody>
                  <a:tcPr marL="95250" marR="95250" marT="66675" marB="66675" anchor="t">
                    <a:solidFill>
                      <a:srgbClr val="FFF2E0"/>
                    </a:solidFill>
                  </a:tcPr>
                </a:tc>
                <a:tc>
                  <a:txBody>
                    <a:bodyPr wrap="square" lIns="95250" tIns="66675" rIns="95250" bIns="66675">
                      <a:noAutofit/>
                    </a:bodyPr>
                    <a:lstStyle/>
                    <a:p>
                      <a:pPr algn="l"/>
                      <a:r>
                        <a:rPr sz="1350" b="1">
                          <a:solidFill>
                            <a:srgbClr val="000000"/>
                          </a:solidFill>
                          <a:latin typeface="Trebuchet MS"/>
                          <a:ea typeface="Trebuchet MS"/>
                          <a:cs typeface="Trebuchet MS"/>
                        </a:rPr>
                        <a:t>Observable output</a:t>
                      </a:r>
                    </a:p>
                  </a:txBody>
                  <a:tcPr marL="95250" marR="95250" marT="66675" marB="66675" anchor="t">
                    <a:solidFill>
                      <a:srgbClr val="FFF2E0"/>
                    </a:solidFill>
                  </a:tcPr>
                </a:tc>
              </a:tr>
              <a:tr h="570738">
                <a:tc>
                  <a:txBody>
                    <a:bodyPr wrap="square" lIns="95250" tIns="66675" rIns="95250" bIns="66675">
                      <a:noAutofit/>
                    </a:bodyPr>
                    <a:lstStyle/>
                    <a:p>
                      <a:pPr algn="l"/>
                      <a:r>
                        <a:rPr sz="1350" b="0">
                          <a:solidFill>
                            <a:srgbClr val="000000"/>
                          </a:solidFill>
                          <a:latin typeface="Trebuchet MS"/>
                          <a:ea typeface="Trebuchet MS"/>
                          <a:cs typeface="Trebuchet MS"/>
                        </a:rPr>
                        <a:t>1. Validate / route</a:t>
                      </a:r>
                    </a:p>
                  </a:txBody>
                  <a:tcPr marL="95250" marR="95250" marT="66675" marB="66675" anchor="t">
                    <a:solidFill>
                      <a:srgbClr val="FFFFFF"/>
                    </a:solidFill>
                  </a:tcPr>
                </a:tc>
                <a:tc>
                  <a:txBody>
                    <a:bodyPr wrap="square" lIns="95250" tIns="66675" rIns="95250" bIns="66675">
                      <a:noAutofit/>
                    </a:bodyPr>
                    <a:lstStyle/>
                    <a:p>
                      <a:pPr algn="l"/>
                      <a:r>
                        <a:rPr sz="1350" b="0">
                          <a:solidFill>
                            <a:srgbClr val="000000"/>
                          </a:solidFill>
                          <a:latin typeface="Trebuchet MS"/>
                          <a:ea typeface="Trebuchet MS"/>
                          <a:cs typeface="Trebuchet MS"/>
                        </a:rPr>
                        <a:t>Reject invalid input and unsupported pairs</a:t>
                      </a:r>
                    </a:p>
                  </a:txBody>
                  <a:tcPr marL="95250" marR="95250" marT="66675" marB="66675" anchor="t">
                    <a:solidFill>
                      <a:srgbClr val="FFFFFF"/>
                    </a:solidFill>
                  </a:tcPr>
                </a:tc>
                <a:tc>
                  <a:txBody>
                    <a:bodyPr wrap="square" lIns="95250" tIns="66675" rIns="95250" bIns="66675">
                      <a:noAutofit/>
                    </a:bodyPr>
                    <a:lstStyle/>
                    <a:p>
                      <a:pPr algn="l"/>
                      <a:r>
                        <a:rPr sz="1350" b="0">
                          <a:solidFill>
                            <a:srgbClr val="000000"/>
                          </a:solidFill>
                          <a:latin typeface="Trebuchet MS"/>
                          <a:ea typeface="Trebuchet MS"/>
                          <a:cs typeface="Trebuchet MS"/>
                        </a:rPr>
                        <a:t>Accepted route or explicit rejection</a:t>
                      </a:r>
                    </a:p>
                  </a:txBody>
                  <a:tcPr marL="95250" marR="95250" marT="66675" marB="66675" anchor="t">
                    <a:solidFill>
                      <a:srgbClr val="FFFFFF"/>
                    </a:solidFill>
                  </a:tcPr>
                </a:tc>
              </a:tr>
              <a:tr h="361569">
                <a:tc>
                  <a:txBody>
                    <a:bodyPr wrap="square" lIns="95250" tIns="66675" rIns="95250" bIns="66675">
                      <a:noAutofit/>
                    </a:bodyPr>
                    <a:lstStyle/>
                    <a:p>
                      <a:pPr algn="l"/>
                      <a:r>
                        <a:rPr sz="1350" b="0">
                          <a:solidFill>
                            <a:srgbClr val="000000"/>
                          </a:solidFill>
                          <a:latin typeface="Trebuchet MS"/>
                          <a:ea typeface="Trebuchet MS"/>
                          <a:cs typeface="Trebuchet MS"/>
                        </a:rPr>
                        <a:t>2. State / memory</a:t>
                      </a:r>
                    </a:p>
                  </a:txBody>
                  <a:tcPr marL="95250" marR="95250" marT="66675" marB="66675" anchor="t">
                    <a:solidFill>
                      <a:srgbClr val="FFFFFF"/>
                    </a:solidFill>
                  </a:tcPr>
                </a:tc>
                <a:tc>
                  <a:txBody>
                    <a:bodyPr wrap="square" lIns="95250" tIns="66675" rIns="95250" bIns="66675">
                      <a:noAutofit/>
                    </a:bodyPr>
                    <a:lstStyle/>
                    <a:p>
                      <a:pPr algn="l"/>
                      <a:r>
                        <a:rPr sz="1350" b="0">
                          <a:solidFill>
                            <a:srgbClr val="000000"/>
                          </a:solidFill>
                          <a:latin typeface="Trebuchet MS"/>
                          <a:ea typeface="Trebuchet MS"/>
                          <a:cs typeface="Trebuchet MS"/>
                        </a:rPr>
                        <a:t>Load versioned state and select controllers</a:t>
                      </a:r>
                    </a:p>
                  </a:txBody>
                  <a:tcPr marL="95250" marR="95250" marT="66675" marB="66675" anchor="t">
                    <a:solidFill>
                      <a:srgbClr val="FFFFFF"/>
                    </a:solidFill>
                  </a:tcPr>
                </a:tc>
                <a:tc>
                  <a:txBody>
                    <a:bodyPr wrap="square" lIns="95250" tIns="66675" rIns="95250" bIns="66675">
                      <a:noAutofit/>
                    </a:bodyPr>
                    <a:lstStyle/>
                    <a:p>
                      <a:pPr algn="l"/>
                      <a:r>
                        <a:rPr sz="1350" b="0">
                          <a:solidFill>
                            <a:srgbClr val="000000"/>
                          </a:solidFill>
                          <a:latin typeface="Trebuchet MS"/>
                          <a:ea typeface="Trebuchet MS"/>
                          <a:cs typeface="Trebuchet MS"/>
                        </a:rPr>
                        <a:t>State version and selected phases</a:t>
                      </a:r>
                    </a:p>
                  </a:txBody>
                  <a:tcPr marL="95250" marR="95250" marT="66675" marB="66675" anchor="t">
                    <a:solidFill>
                      <a:srgbClr val="FFFFFF"/>
                    </a:solidFill>
                  </a:tcPr>
                </a:tc>
              </a:tr>
              <a:tr h="570738">
                <a:tc>
                  <a:txBody>
                    <a:bodyPr wrap="square" lIns="95250" tIns="66675" rIns="95250" bIns="66675">
                      <a:noAutofit/>
                    </a:bodyPr>
                    <a:lstStyle/>
                    <a:p>
                      <a:pPr algn="l"/>
                      <a:r>
                        <a:rPr sz="1350" b="0">
                          <a:solidFill>
                            <a:srgbClr val="000000"/>
                          </a:solidFill>
                          <a:latin typeface="Trebuchet MS"/>
                          <a:ea typeface="Trebuchet MS"/>
                          <a:cs typeface="Trebuchet MS"/>
                        </a:rPr>
                        <a:t>3. Evidence / cognition</a:t>
                      </a:r>
                    </a:p>
                  </a:txBody>
                  <a:tcPr marL="95250" marR="95250" marT="66675" marB="66675" anchor="t">
                    <a:solidFill>
                      <a:srgbClr val="FFFFFF"/>
                    </a:solidFill>
                  </a:tcPr>
                </a:tc>
                <a:tc>
                  <a:txBody>
                    <a:bodyPr wrap="square" lIns="95250" tIns="66675" rIns="95250" bIns="66675">
                      <a:noAutofit/>
                    </a:bodyPr>
                    <a:lstStyle/>
                    <a:p>
                      <a:pPr algn="l"/>
                      <a:r>
                        <a:rPr sz="1350" b="0">
                          <a:solidFill>
                            <a:srgbClr val="000000"/>
                          </a:solidFill>
                          <a:latin typeface="Trebuchet MS"/>
                          <a:ea typeface="Trebuchet MS"/>
                          <a:cs typeface="Trebuchet MS"/>
                        </a:rPr>
                        <a:t>Retrieve, reason, plan and assess uncertainty</a:t>
                      </a:r>
                    </a:p>
                  </a:txBody>
                  <a:tcPr marL="95250" marR="95250" marT="66675" marB="66675" anchor="t">
                    <a:solidFill>
                      <a:srgbClr val="FFFFFF"/>
                    </a:solidFill>
                  </a:tcPr>
                </a:tc>
                <a:tc>
                  <a:txBody>
                    <a:bodyPr wrap="square" lIns="95250" tIns="66675" rIns="95250" bIns="66675">
                      <a:noAutofit/>
                    </a:bodyPr>
                    <a:lstStyle/>
                    <a:p>
                      <a:pPr algn="l"/>
                      <a:r>
                        <a:rPr sz="1350" b="0">
                          <a:solidFill>
                            <a:srgbClr val="000000"/>
                          </a:solidFill>
                          <a:latin typeface="Trebuchet MS"/>
                          <a:ea typeface="Trebuchet MS"/>
                          <a:cs typeface="Trebuchet MS"/>
                        </a:rPr>
                        <a:t>Source IDs, scores, plan and confidence</a:t>
                      </a:r>
                    </a:p>
                  </a:txBody>
                  <a:tcPr marL="95250" marR="95250" marT="66675" marB="66675" anchor="t">
                    <a:solidFill>
                      <a:srgbClr val="FFFFFF"/>
                    </a:solidFill>
                  </a:tcPr>
                </a:tc>
              </a:tr>
              <a:tr h="570738">
                <a:tc>
                  <a:txBody>
                    <a:bodyPr wrap="square" lIns="95250" tIns="66675" rIns="95250" bIns="66675">
                      <a:noAutofit/>
                    </a:bodyPr>
                    <a:lstStyle/>
                    <a:p>
                      <a:pPr algn="l"/>
                      <a:r>
                        <a:rPr sz="1350" b="0">
                          <a:solidFill>
                            <a:srgbClr val="000000"/>
                          </a:solidFill>
                          <a:latin typeface="Trebuchet MS"/>
                          <a:ea typeface="Trebuchet MS"/>
                          <a:cs typeface="Trebuchet MS"/>
                        </a:rPr>
                        <a:t>4. Execute / correct</a:t>
                      </a:r>
                    </a:p>
                  </a:txBody>
                  <a:tcPr marL="95250" marR="95250" marT="66675" marB="66675" anchor="t">
                    <a:solidFill>
                      <a:srgbClr val="FFFFFF"/>
                    </a:solidFill>
                  </a:tcPr>
                </a:tc>
                <a:tc>
                  <a:txBody>
                    <a:bodyPr wrap="square" lIns="95250" tIns="66675" rIns="95250" bIns="66675">
                      <a:noAutofit/>
                    </a:bodyPr>
                    <a:lstStyle/>
                    <a:p>
                      <a:pPr algn="l"/>
                      <a:r>
                        <a:rPr sz="1350" b="0">
                          <a:solidFill>
                            <a:srgbClr val="000000"/>
                          </a:solidFill>
                          <a:latin typeface="Trebuchet MS"/>
                          <a:ea typeface="Trebuchet MS"/>
                          <a:cs typeface="Trebuchet MS"/>
                        </a:rPr>
                        <a:t>Generate, classify or act within budgets</a:t>
                      </a:r>
                    </a:p>
                  </a:txBody>
                  <a:tcPr marL="95250" marR="95250" marT="66675" marB="66675" anchor="t">
                    <a:solidFill>
                      <a:srgbClr val="FFFFFF"/>
                    </a:solidFill>
                  </a:tcPr>
                </a:tc>
                <a:tc>
                  <a:txBody>
                    <a:bodyPr wrap="square" lIns="95250" tIns="66675" rIns="95250" bIns="66675">
                      <a:noAutofit/>
                    </a:bodyPr>
                    <a:lstStyle/>
                    <a:p>
                      <a:pPr algn="l"/>
                      <a:r>
                        <a:rPr sz="1350" b="0">
                          <a:solidFill>
                            <a:srgbClr val="000000"/>
                          </a:solidFill>
                          <a:latin typeface="Trebuchet MS"/>
                          <a:ea typeface="Trebuchet MS"/>
                          <a:cs typeface="Trebuchet MS"/>
                        </a:rPr>
                        <a:t>Typed result and correction transitions</a:t>
                      </a:r>
                    </a:p>
                  </a:txBody>
                  <a:tcPr marL="95250" marR="95250" marT="66675" marB="66675" anchor="t">
                    <a:solidFill>
                      <a:srgbClr val="FFFFFF"/>
                    </a:solidFill>
                  </a:tcPr>
                </a:tc>
              </a:tr>
              <a:tr h="570738">
                <a:tc>
                  <a:txBody>
                    <a:bodyPr wrap="square" lIns="95250" tIns="66675" rIns="95250" bIns="66675">
                      <a:noAutofit/>
                    </a:bodyPr>
                    <a:lstStyle/>
                    <a:p>
                      <a:pPr algn="l"/>
                      <a:r>
                        <a:rPr sz="1350" b="0">
                          <a:solidFill>
                            <a:srgbClr val="000000"/>
                          </a:solidFill>
                          <a:latin typeface="Trebuchet MS"/>
                          <a:ea typeface="Trebuchet MS"/>
                          <a:cs typeface="Trebuchet MS"/>
                        </a:rPr>
                        <a:t>5. Commit / maintain</a:t>
                      </a:r>
                    </a:p>
                  </a:txBody>
                  <a:tcPr marL="95250" marR="95250" marT="66675" marB="66675" anchor="t">
                    <a:solidFill>
                      <a:srgbClr val="FFFFFF"/>
                    </a:solidFill>
                  </a:tcPr>
                </a:tc>
                <a:tc>
                  <a:txBody>
                    <a:bodyPr wrap="square" lIns="95250" tIns="66675" rIns="95250" bIns="66675">
                      <a:noAutofit/>
                    </a:bodyPr>
                    <a:lstStyle/>
                    <a:p>
                      <a:pPr algn="l"/>
                      <a:r>
                        <a:rPr sz="1350" b="0">
                          <a:solidFill>
                            <a:srgbClr val="000000"/>
                          </a:solidFill>
                          <a:latin typeface="Trebuchet MS"/>
                          <a:ea typeface="Trebuchet MS"/>
                          <a:cs typeface="Trebuchet MS"/>
                        </a:rPr>
                        <a:t>Commit permitted effects and await maintenance</a:t>
                      </a:r>
                    </a:p>
                  </a:txBody>
                  <a:tcPr marL="95250" marR="95250" marT="66675" marB="66675" anchor="t">
                    <a:solidFill>
                      <a:srgbClr val="FFFFFF"/>
                    </a:solidFill>
                  </a:tcPr>
                </a:tc>
                <a:tc>
                  <a:txBody>
                    <a:bodyPr wrap="square" lIns="95250" tIns="66675" rIns="95250" bIns="66675">
                      <a:noAutofit/>
                    </a:bodyPr>
                    <a:lstStyle/>
                    <a:p>
                      <a:pPr algn="l"/>
                      <a:r>
                        <a:rPr sz="1350" b="0">
                          <a:solidFill>
                            <a:srgbClr val="000000"/>
                          </a:solidFill>
                          <a:latin typeface="Trebuchet MS"/>
                          <a:ea typeface="Trebuchet MS"/>
                          <a:cs typeface="Trebuchet MS"/>
                        </a:rPr>
                        <a:t>State delta and completed / failed work</a:t>
                      </a:r>
                    </a:p>
                  </a:txBody>
                  <a:tcPr marL="95250" marR="95250" marT="66675" marB="66675" anchor="t">
                    <a:solidFill>
                      <a:srgbClr val="FFFFFF"/>
                    </a:solidFill>
                  </a:tcPr>
                </a:tc>
              </a:tr>
            </a:tbl>
          </a:graphicData>
        </a:graphic>
      </p:graphicFrame>
      <p:sp>
        <p:nvSpPr>
          <p:cNvPr id="141" name="Main takeaway">
            <a:extLst xmlns:a="http://schemas.openxmlformats.org/drawingml/2006/main">
              <a:ext uri="{FF2B5EF4-FFF2-40B4-BE49-F238E27FC236}">
                <a16:creationId xmlns:a16="http://schemas.microsoft.com/office/drawing/2014/main" id="{EB8878E9-80B3-4487-97F4-8489A430AE0C}"/>
              </a:ext>
            </a:extLst>
          </p:cNvPr>
          <p:cNvSpPr>
            <a:spLocks xmlns:a="http://schemas.openxmlformats.org/drawingml/2006/main" noGrp="1"/>
          </p:cNvSpPr>
          <p:nvPr/>
        </p:nvSpPr>
        <p:spPr>
          <a:xfrm xmlns:a="http://schemas.openxmlformats.org/drawingml/2006/main">
            <a:off x="1828800" y="5434965"/>
            <a:ext cx="9067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00000"/>
                </a:solidFill>
                <a:latin typeface="Trebuchet MS"/>
                <a:ea typeface="Trebuchet MS"/>
                <a:cs typeface="Trebuchet MS"/>
              </a:defRPr>
            </a:defPPr>
          </a:lstStyle>
          <a:p xmlns:a="http://schemas.openxmlformats.org/drawingml/2006/main">
            <a:pPr algn="l">
              <a:defRPr sz="1575" b="1">
                <a:solidFill>
                  <a:srgbClr val="000000"/>
                </a:solidFill>
                <a:latin typeface="Trebuchet MS"/>
                <a:ea typeface="Trebuchet MS"/>
                <a:cs typeface="Trebuchet MS"/>
              </a:defRPr>
            </a:pPr>
            <a:r>
              <a:rPr sz="1575" b="1">
                <a:solidFill>
                  <a:srgbClr val="000000"/>
                </a:solidFill>
                <a:latin typeface="Trebuchet MS"/>
                <a:ea typeface="Trebuchet MS"/>
                <a:cs typeface="Trebuchet MS"/>
              </a:rPr>
              <a:t>Stack: Python / Pydantic, ChromaDB / NetworkX and Transformers. Routes select required work.</a:t>
            </a:r>
          </a:p>
        </p:txBody>
      </p:sp>
    </p:spTree>
    <p:extLst>
      <p:ext uri="{BB962C8B-B14F-4D97-AF65-F5344CB8AC3E}">
        <p14:creationId xmlns:p14="http://schemas.microsoft.com/office/powerpoint/2010/main" val="40649739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DEA1E96B-AB23-4E91-A3CD-D7478C76D6CF}"/>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Task routes and typed contracts</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A5D74F80-5559-4589-9605-D208F53C4D0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2bc88252ba042f0">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1E64C609-4F60-4B54-B4F8-37323E8314E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2818A281-81A3-4449-A15E-AD167E5CA72D}"/>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39" name="Review summary">
            <a:extLst xmlns:a="http://schemas.openxmlformats.org/drawingml/2006/main">
              <a:ext uri="{FF2B5EF4-FFF2-40B4-BE49-F238E27FC236}">
                <a16:creationId xmlns:a16="http://schemas.microsoft.com/office/drawing/2014/main" id="{B3B4B153-4821-4386-AB62-AC0456BA91AE}"/>
              </a:ext>
            </a:extLst>
          </p:cNvPr>
          <p:cNvSpPr>
            <a:spLocks xmlns:a="http://schemas.openxmlformats.org/drawingml/2006/main" noGrp="1"/>
          </p:cNvSpPr>
          <p:nvPr/>
        </p:nvSpPr>
        <p:spPr>
          <a:xfrm xmlns:a="http://schemas.openxmlformats.org/drawingml/2006/main">
            <a:off x="1828800" y="1581150"/>
            <a:ext cx="9067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Trebuchet MS"/>
                <a:ea typeface="Trebuchet MS"/>
                <a:cs typeface="Trebuchet MS"/>
              </a:defRPr>
            </a:defPPr>
          </a:lstStyle>
          <a:p xmlns:a="http://schemas.openxmlformats.org/drawingml/2006/main">
            <a:pPr algn="l">
              <a:defRPr sz="1725" b="0">
                <a:solidFill>
                  <a:srgbClr val="000000"/>
                </a:solidFill>
                <a:latin typeface="Trebuchet MS"/>
                <a:ea typeface="Trebuchet MS"/>
                <a:cs typeface="Trebuchet MS"/>
              </a:defRPr>
            </a:pPr>
            <a:r>
              <a:rPr sz="1725" b="0">
                <a:solidFill>
                  <a:srgbClr val="000000"/>
                </a:solidFill>
                <a:latin typeface="Trebuchet MS"/>
                <a:ea typeface="Trebuchet MS"/>
                <a:cs typeface="Trebuchet MS"/>
              </a:rPr>
              <a:t>6 tasks × 5 profiles = 30 possible pairs. The runtime supports 10 and rejects the rest.</a:t>
            </a:r>
          </a:p>
        </p:txBody>
      </p:sp>
      <p:graphicFrame>
        <p:nvGraphicFramePr>
          <p:cNvPr id="140" name="">
            <a:extLst xmlns:a="http://schemas.openxmlformats.org/drawingml/2006/main">
              <a:ext uri="{FF2B5EF4-FFF2-40B4-BE49-F238E27FC236}">
                <a16:creationId xmlns:a16="http://schemas.microsoft.com/office/drawing/2014/main" id="{6D363423-EBE3-4314-9237-1D2F1C4381D6}"/>
              </a:ext>
            </a:extLst>
          </p:cNvPr>
          <p:cNvGraphicFramePr/>
          <p:nvPr/>
        </p:nvGraphicFramePr>
        <p:xfrm>
          <a:off xmlns:a="http://schemas.openxmlformats.org/drawingml/2006/main" x="1828800" y="2019300"/>
          <a:ext xmlns:a="http://schemas.openxmlformats.org/drawingml/2006/main" cx="9067800" cy="3390900"/>
        </p:xfrm>
        <a:graphic xmlns:a="http://schemas.openxmlformats.org/drawingml/2006/main">
          <a:graphicData uri="http://schemas.openxmlformats.org/drawingml/2006/table">
            <a:tbl>
              <a:tblPr firstRow="1" bandRow="0"/>
              <a:tblGrid>
                <a:gridCol w="2047875"/>
                <a:gridCol w="3048000"/>
                <a:gridCol w="3971925"/>
              </a:tblGrid>
              <a:tr h="384810">
                <a:tc>
                  <a:txBody>
                    <a:bodyPr wrap="square" lIns="95250" tIns="66675" rIns="95250" bIns="66675">
                      <a:noAutofit/>
                    </a:bodyPr>
                    <a:lstStyle/>
                    <a:p>
                      <a:pPr algn="l"/>
                      <a:r>
                        <a:rPr sz="1500" b="1">
                          <a:solidFill>
                            <a:srgbClr val="000000"/>
                          </a:solidFill>
                          <a:latin typeface="Trebuchet MS"/>
                          <a:ea typeface="Trebuchet MS"/>
                          <a:cs typeface="Trebuchet MS"/>
                        </a:rPr>
                        <a:t>Task</a:t>
                      </a:r>
                    </a:p>
                  </a:txBody>
                  <a:tcPr marL="95250" marR="95250" marT="66675" marB="66675" anchor="t">
                    <a:solidFill>
                      <a:srgbClr val="FFF2E0"/>
                    </a:solidFill>
                  </a:tcPr>
                </a:tc>
                <a:tc>
                  <a:txBody>
                    <a:bodyPr wrap="square" lIns="95250" tIns="66675" rIns="95250" bIns="66675">
                      <a:noAutofit/>
                    </a:bodyPr>
                    <a:lstStyle/>
                    <a:p>
                      <a:pPr algn="l"/>
                      <a:r>
                        <a:rPr sz="1500" b="1">
                          <a:solidFill>
                            <a:srgbClr val="000000"/>
                          </a:solidFill>
                          <a:latin typeface="Trebuchet MS"/>
                          <a:ea typeface="Trebuchet MS"/>
                          <a:cs typeface="Trebuchet MS"/>
                        </a:rPr>
                        <a:t>Supported profile(s)</a:t>
                      </a:r>
                    </a:p>
                  </a:txBody>
                  <a:tcPr marL="95250" marR="95250" marT="66675" marB="66675" anchor="t">
                    <a:solidFill>
                      <a:srgbClr val="FFF2E0"/>
                    </a:solidFill>
                  </a:tcPr>
                </a:tc>
                <a:tc>
                  <a:txBody>
                    <a:bodyPr wrap="square" lIns="95250" tIns="66675" rIns="95250" bIns="66675">
                      <a:noAutofit/>
                    </a:bodyPr>
                    <a:lstStyle/>
                    <a:p>
                      <a:pPr algn="l"/>
                      <a:r>
                        <a:rPr sz="1500" b="1">
                          <a:solidFill>
                            <a:srgbClr val="000000"/>
                          </a:solidFill>
                          <a:latin typeface="Trebuchet MS"/>
                          <a:ea typeface="Trebuchet MS"/>
                          <a:cs typeface="Trebuchet MS"/>
                        </a:rPr>
                        <a:t>Task-specific behavior</a:t>
                      </a:r>
                    </a:p>
                  </a:txBody>
                  <a:tcPr marL="95250" marR="95250" marT="66675" marB="66675" anchor="t">
                    <a:solidFill>
                      <a:srgbClr val="FFF2E0"/>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Conversation</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Model-only / simple RAG / full</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Reply, state update and policy-based admission</a:t>
                      </a:r>
                    </a:p>
                  </a:txBody>
                  <a:tcPr marL="95250" marR="95250" marT="66675" marB="66675" anchor="t">
                    <a:solidFill>
                      <a:srgbClr val="FFFFFF"/>
                    </a:solidFill>
                  </a:tcPr>
                </a:tc>
              </a:tr>
              <a:tr h="384810">
                <a:tc>
                  <a:txBody>
                    <a:bodyPr wrap="square" lIns="95250" tIns="66675" rIns="95250" bIns="66675">
                      <a:noAutofit/>
                    </a:bodyPr>
                    <a:lstStyle/>
                    <a:p>
                      <a:pPr algn="l"/>
                      <a:r>
                        <a:rPr sz="1500" b="0">
                          <a:solidFill>
                            <a:srgbClr val="000000"/>
                          </a:solidFill>
                          <a:latin typeface="Trebuchet MS"/>
                          <a:ea typeface="Trebuchet MS"/>
                          <a:cs typeface="Trebuchet MS"/>
                        </a:rPr>
                        <a:t>Factual QA</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Model-only / simple RAG / full</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Structured answer or abstention</a:t>
                      </a:r>
                    </a:p>
                  </a:txBody>
                  <a:tcPr marL="95250" marR="95250" marT="66675" marB="66675" anchor="t">
                    <a:solidFill>
                      <a:srgbClr val="FFFFFF"/>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Historical replay</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Full PRIMA</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Affect, state and admission without a reply</a:t>
                      </a:r>
                    </a:p>
                  </a:txBody>
                  <a:tcPr marL="95250" marR="95250" marT="66675" marB="66675" anchor="t">
                    <a:solidFill>
                      <a:srgbClr val="FFFFFF"/>
                    </a:solidFill>
                  </a:tcPr>
                </a:tc>
              </a:tr>
              <a:tr h="384810">
                <a:tc>
                  <a:txBody>
                    <a:bodyPr wrap="square" lIns="95250" tIns="66675" rIns="95250" bIns="66675">
                      <a:noAutofit/>
                    </a:bodyPr>
                    <a:lstStyle/>
                    <a:p>
                      <a:pPr algn="l"/>
                      <a:r>
                        <a:rPr sz="1500" b="0">
                          <a:solidFill>
                            <a:srgbClr val="000000"/>
                          </a:solidFill>
                          <a:latin typeface="Trebuchet MS"/>
                          <a:ea typeface="Trebuchet MS"/>
                          <a:cs typeface="Trebuchet MS"/>
                        </a:rPr>
                        <a:t>Ingestion</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Ingestion-only</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Encode and store without generation</a:t>
                      </a:r>
                    </a:p>
                  </a:txBody>
                  <a:tcPr marL="95250" marR="95250" marT="66675" marB="66675" anchor="t">
                    <a:solidFill>
                      <a:srgbClr val="FFFFFF"/>
                    </a:solidFill>
                  </a:tcPr>
                </a:tc>
              </a:tr>
              <a:tr h="384810">
                <a:tc>
                  <a:txBody>
                    <a:bodyPr wrap="square" lIns="95250" tIns="66675" rIns="95250" bIns="66675">
                      <a:noAutofit/>
                    </a:bodyPr>
                    <a:lstStyle/>
                    <a:p>
                      <a:pPr algn="l"/>
                      <a:r>
                        <a:rPr sz="1500" b="0">
                          <a:solidFill>
                            <a:srgbClr val="000000"/>
                          </a:solidFill>
                          <a:latin typeface="Trebuchet MS"/>
                          <a:ea typeface="Trebuchet MS"/>
                          <a:cs typeface="Trebuchet MS"/>
                        </a:rPr>
                        <a:t>Emotion</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Affect-only</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Classify text and update affect</a:t>
                      </a:r>
                    </a:p>
                  </a:txBody>
                  <a:tcPr marL="95250" marR="95250" marT="66675" marB="66675" anchor="t">
                    <a:solidFill>
                      <a:srgbClr val="FFFFFF"/>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Tool request</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Full PRIMA</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Plan and gate an action without generation</a:t>
                      </a:r>
                    </a:p>
                  </a:txBody>
                  <a:tcPr marL="95250" marR="95250" marT="66675" marB="66675" anchor="t">
                    <a:solidFill>
                      <a:srgbClr val="FFFFFF"/>
                    </a:solidFill>
                  </a:tcPr>
                </a:tc>
              </a:tr>
            </a:tbl>
          </a:graphicData>
        </a:graphic>
      </p:graphicFrame>
      <p:sp>
        <p:nvSpPr>
          <p:cNvPr id="141" name="Main takeaway">
            <a:extLst xmlns:a="http://schemas.openxmlformats.org/drawingml/2006/main">
              <a:ext uri="{FF2B5EF4-FFF2-40B4-BE49-F238E27FC236}">
                <a16:creationId xmlns:a16="http://schemas.microsoft.com/office/drawing/2014/main" id="{CFB97549-065D-4EF3-9713-5DF30DAE9E6B}"/>
              </a:ext>
            </a:extLst>
          </p:cNvPr>
          <p:cNvSpPr>
            <a:spLocks xmlns:a="http://schemas.openxmlformats.org/drawingml/2006/main" noGrp="1"/>
          </p:cNvSpPr>
          <p:nvPr/>
        </p:nvSpPr>
        <p:spPr>
          <a:xfrm xmlns:a="http://schemas.openxmlformats.org/drawingml/2006/main">
            <a:off x="1828800" y="5553075"/>
            <a:ext cx="9067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00000"/>
                </a:solidFill>
                <a:latin typeface="Trebuchet MS"/>
                <a:ea typeface="Trebuchet MS"/>
                <a:cs typeface="Trebuchet MS"/>
              </a:defRPr>
            </a:defPPr>
          </a:lstStyle>
          <a:p xmlns:a="http://schemas.openxmlformats.org/drawingml/2006/main">
            <a:pPr algn="l">
              <a:defRPr sz="1575" b="1">
                <a:solidFill>
                  <a:srgbClr val="000000"/>
                </a:solidFill>
                <a:latin typeface="Trebuchet MS"/>
                <a:ea typeface="Trebuchet MS"/>
                <a:cs typeface="Trebuchet MS"/>
              </a:defRPr>
            </a:pPr>
            <a:r>
              <a:rPr sz="1575" b="1">
                <a:solidFill>
                  <a:srgbClr val="000000"/>
                </a:solidFill>
                <a:latin typeface="Trebuchet MS"/>
                <a:ea typeface="Trebuchet MS"/>
                <a:cs typeface="Trebuchet MS"/>
              </a:rPr>
              <a:t>Immutable Pydantic contracts reject extra fields and reserved controls. Results include errors, evidence and diagnostics.</a:t>
            </a:r>
          </a:p>
        </p:txBody>
      </p:sp>
    </p:spTree>
    <p:extLst>
      <p:ext uri="{BB962C8B-B14F-4D97-AF65-F5344CB8AC3E}">
        <p14:creationId xmlns:p14="http://schemas.microsoft.com/office/powerpoint/2010/main" val="40649739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DEA1E96B-AB23-4E91-A3CD-D7478C76D6CF}"/>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Memory lifecycle and affect</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A5D74F80-5559-4589-9605-D208F53C4D0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03334d5aec544b0">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1E64C609-4F60-4B54-B4F8-37323E8314E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2818A281-81A3-4449-A15E-AD167E5CA72D}"/>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39" name="Review summary">
            <a:extLst xmlns:a="http://schemas.openxmlformats.org/drawingml/2006/main">
              <a:ext uri="{FF2B5EF4-FFF2-40B4-BE49-F238E27FC236}">
                <a16:creationId xmlns:a16="http://schemas.microsoft.com/office/drawing/2014/main" id="{5CC0EBCC-92D7-44AE-B4FF-FCD6243B5220}"/>
              </a:ext>
            </a:extLst>
          </p:cNvPr>
          <p:cNvSpPr>
            <a:spLocks xmlns:a="http://schemas.openxmlformats.org/drawingml/2006/main" noGrp="1"/>
          </p:cNvSpPr>
          <p:nvPr/>
        </p:nvSpPr>
        <p:spPr>
          <a:xfrm xmlns:a="http://schemas.openxmlformats.org/drawingml/2006/main">
            <a:off x="1828800" y="1581150"/>
            <a:ext cx="906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Trebuchet MS"/>
                <a:ea typeface="Trebuchet MS"/>
                <a:cs typeface="Trebuchet MS"/>
              </a:defRPr>
            </a:defPPr>
          </a:lstStyle>
          <a:p xmlns:a="http://schemas.openxmlformats.org/drawingml/2006/main">
            <a:pPr algn="l">
              <a:defRPr sz="1725" b="0">
                <a:solidFill>
                  <a:srgbClr val="000000"/>
                </a:solidFill>
                <a:latin typeface="Trebuchet MS"/>
                <a:ea typeface="Trebuchet MS"/>
                <a:cs typeface="Trebuchet MS"/>
              </a:defRPr>
            </a:pPr>
            <a:r>
              <a:rPr sz="1725" b="0">
                <a:solidFill>
                  <a:srgbClr val="000000"/>
                </a:solidFill>
                <a:latin typeface="Trebuchet MS"/>
                <a:ea typeface="Trebuchet MS"/>
                <a:cs typeface="Trebuchet MS"/>
              </a:rPr>
              <a:t>Admission selects useful records. Maintenance scores, consolidates, evolves and decays stored memory.</a:t>
            </a:r>
          </a:p>
        </p:txBody>
      </p:sp>
      <p:graphicFrame>
        <p:nvGraphicFramePr>
          <p:cNvPr id="140" name="">
            <a:extLst xmlns:a="http://schemas.openxmlformats.org/drawingml/2006/main">
              <a:ext uri="{FF2B5EF4-FFF2-40B4-BE49-F238E27FC236}">
                <a16:creationId xmlns:a16="http://schemas.microsoft.com/office/drawing/2014/main" id="{6A0D95BD-4A53-4B41-A534-76F1C0F2CCC2}"/>
              </a:ext>
            </a:extLst>
          </p:cNvPr>
          <p:cNvGraphicFramePr/>
          <p:nvPr/>
        </p:nvGraphicFramePr>
        <p:xfrm>
          <a:off xmlns:a="http://schemas.openxmlformats.org/drawingml/2006/main" x="1828800" y="2286000"/>
          <a:ext xmlns:a="http://schemas.openxmlformats.org/drawingml/2006/main" cx="9067800" cy="3343085"/>
        </p:xfrm>
        <a:graphic xmlns:a="http://schemas.openxmlformats.org/drawingml/2006/main">
          <a:graphicData uri="http://schemas.openxmlformats.org/drawingml/2006/table">
            <a:tbl>
              <a:tblPr firstRow="1" bandRow="0"/>
              <a:tblGrid>
                <a:gridCol w="1905000"/>
                <a:gridCol w="3905250"/>
                <a:gridCol w="3257550"/>
              </a:tblGrid>
              <a:tr h="373190">
                <a:tc>
                  <a:txBody>
                    <a:bodyPr wrap="square" lIns="95250" tIns="66675" rIns="95250" bIns="66675">
                      <a:noAutofit/>
                    </a:bodyPr>
                    <a:lstStyle/>
                    <a:p>
                      <a:pPr algn="l"/>
                      <a:r>
                        <a:rPr sz="1425" b="1">
                          <a:solidFill>
                            <a:srgbClr val="000000"/>
                          </a:solidFill>
                          <a:latin typeface="Trebuchet MS"/>
                          <a:ea typeface="Trebuchet MS"/>
                          <a:cs typeface="Trebuchet MS"/>
                        </a:rPr>
                        <a:t>Component</a:t>
                      </a:r>
                    </a:p>
                  </a:txBody>
                  <a:tcPr marL="95250" marR="95250" marT="66675" marB="66675" anchor="t">
                    <a:solidFill>
                      <a:srgbClr val="FFF2E0"/>
                    </a:solidFill>
                  </a:tcPr>
                </a:tc>
                <a:tc>
                  <a:txBody>
                    <a:bodyPr wrap="square" lIns="95250" tIns="66675" rIns="95250" bIns="66675">
                      <a:noAutofit/>
                    </a:bodyPr>
                    <a:lstStyle/>
                    <a:p>
                      <a:pPr algn="l"/>
                      <a:r>
                        <a:rPr sz="1425" b="1">
                          <a:solidFill>
                            <a:srgbClr val="000000"/>
                          </a:solidFill>
                          <a:latin typeface="Trebuchet MS"/>
                          <a:ea typeface="Trebuchet MS"/>
                          <a:cs typeface="Trebuchet MS"/>
                        </a:rPr>
                        <a:t>Representation / role</a:t>
                      </a:r>
                    </a:p>
                  </a:txBody>
                  <a:tcPr marL="95250" marR="95250" marT="66675" marB="66675" anchor="t">
                    <a:solidFill>
                      <a:srgbClr val="FFF2E0"/>
                    </a:solidFill>
                  </a:tcPr>
                </a:tc>
                <a:tc>
                  <a:txBody>
                    <a:bodyPr wrap="square" lIns="95250" tIns="66675" rIns="95250" bIns="66675">
                      <a:noAutofit/>
                    </a:bodyPr>
                    <a:lstStyle/>
                    <a:p>
                      <a:pPr algn="l"/>
                      <a:r>
                        <a:rPr sz="1425" b="1">
                          <a:solidFill>
                            <a:srgbClr val="000000"/>
                          </a:solidFill>
                          <a:latin typeface="Trebuchet MS"/>
                          <a:ea typeface="Trebuchet MS"/>
                          <a:cs typeface="Trebuchet MS"/>
                        </a:rPr>
                        <a:t>Proof or boundary</a:t>
                      </a:r>
                    </a:p>
                  </a:txBody>
                  <a:tcPr marL="95250" marR="95250" marT="66675" marB="66675" anchor="t">
                    <a:solidFill>
                      <a:srgbClr val="FFF2E0"/>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Working / episodic</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Near-term context and specific experiences</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Retained turns, timestamps and provenance</a:t>
                      </a:r>
                    </a:p>
                  </a:txBody>
                  <a:tcPr marL="95250" marR="95250" marT="66675" marB="66675" anchor="t">
                    <a:solidFill>
                      <a:srgbClr val="FFFFFF"/>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Semantic / emotional</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General information and affect records</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Derived summary and text-affect signals</a:t>
                      </a:r>
                    </a:p>
                  </a:txBody>
                  <a:tcPr marL="95250" marR="95250" marT="66675" marB="66675" anchor="t">
                    <a:solidFill>
                      <a:srgbClr val="FFFFFF"/>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Procedural</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Successful tools or explicit procedure imports</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Verified execution or import provenance</a:t>
                      </a:r>
                    </a:p>
                  </a:txBody>
                  <a:tcPr marL="95250" marR="95250" marT="66675" marB="66675" anchor="t">
                    <a:solidFill>
                      <a:srgbClr val="FFFFFF"/>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Affect engine</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Labels, PAD, rolling history and momentum</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Backend identity and classification quality</a:t>
                      </a:r>
                    </a:p>
                  </a:txBody>
                  <a:tcPr marL="95250" marR="95250" marT="66675" marB="66675" anchor="t">
                    <a:solidFill>
                      <a:srgbClr val="FFFFFF"/>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Admission / maintenance</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Importance threshold and asynchronous work</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Store decision and complete work accounting</a:t>
                      </a:r>
                    </a:p>
                  </a:txBody>
                  <a:tcPr marL="95250" marR="95250" marT="66675" marB="66675" anchor="t">
                    <a:solidFill>
                      <a:srgbClr val="FFFFFF"/>
                    </a:solidFill>
                  </a:tcPr>
                </a:tc>
              </a:tr>
            </a:tbl>
          </a:graphicData>
        </a:graphic>
      </p:graphicFrame>
      <p:sp>
        <p:nvSpPr>
          <p:cNvPr id="141" name="Main takeaway">
            <a:extLst xmlns:a="http://schemas.openxmlformats.org/drawingml/2006/main">
              <a:ext uri="{FF2B5EF4-FFF2-40B4-BE49-F238E27FC236}">
                <a16:creationId xmlns:a16="http://schemas.microsoft.com/office/drawing/2014/main" id="{4C89A5E4-8E3B-4C52-91FF-09C5DBBEB9F6}"/>
              </a:ext>
            </a:extLst>
          </p:cNvPr>
          <p:cNvSpPr>
            <a:spLocks xmlns:a="http://schemas.openxmlformats.org/drawingml/2006/main" noGrp="1"/>
          </p:cNvSpPr>
          <p:nvPr/>
        </p:nvSpPr>
        <p:spPr>
          <a:xfrm xmlns:a="http://schemas.openxmlformats.org/drawingml/2006/main">
            <a:off x="1828800" y="5771960"/>
            <a:ext cx="9067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00000"/>
                </a:solidFill>
                <a:latin typeface="Trebuchet MS"/>
                <a:ea typeface="Trebuchet MS"/>
                <a:cs typeface="Trebuchet MS"/>
              </a:defRPr>
            </a:defPPr>
          </a:lstStyle>
          <a:p xmlns:a="http://schemas.openxmlformats.org/drawingml/2006/main">
            <a:pPr algn="l">
              <a:defRPr sz="1575" b="1">
                <a:solidFill>
                  <a:srgbClr val="000000"/>
                </a:solidFill>
                <a:latin typeface="Trebuchet MS"/>
                <a:ea typeface="Trebuchet MS"/>
                <a:cs typeface="Trebuchet MS"/>
              </a:defRPr>
            </a:pPr>
            <a:r>
              <a:rPr sz="1575" b="1">
                <a:solidFill>
                  <a:srgbClr val="000000"/>
                </a:solidFill>
                <a:latin typeface="Trebuchet MS"/>
                <a:ea typeface="Trebuchet MS"/>
                <a:cs typeface="Trebuchet MS"/>
              </a:rPr>
              <a:t>PAD = pleasure, arousal, dominance. Affect usefulness in factual QA requires an ablation.</a:t>
            </a:r>
          </a:p>
        </p:txBody>
      </p:sp>
    </p:spTree>
    <p:extLst>
      <p:ext uri="{BB962C8B-B14F-4D97-AF65-F5344CB8AC3E}">
        <p14:creationId xmlns:p14="http://schemas.microsoft.com/office/powerpoint/2010/main" val="40649739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DEA1E96B-AB23-4E91-A3CD-D7478C76D6CF}"/>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Retrieval and evidence reasoning</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A5D74F80-5559-4589-9605-D208F53C4D0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7aa4e0a467743bd">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1E64C609-4F60-4B54-B4F8-37323E8314E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2818A281-81A3-4449-A15E-AD167E5CA72D}"/>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39" name="Review summary">
            <a:extLst xmlns:a="http://schemas.openxmlformats.org/drawingml/2006/main">
              <a:ext uri="{FF2B5EF4-FFF2-40B4-BE49-F238E27FC236}">
                <a16:creationId xmlns:a16="http://schemas.microsoft.com/office/drawing/2014/main" id="{6568AEE8-96EE-425A-9439-AA0DFA40EFB7}"/>
              </a:ext>
            </a:extLst>
          </p:cNvPr>
          <p:cNvSpPr>
            <a:spLocks xmlns:a="http://schemas.openxmlformats.org/drawingml/2006/main" noGrp="1"/>
          </p:cNvSpPr>
          <p:nvPr/>
        </p:nvSpPr>
        <p:spPr>
          <a:xfrm xmlns:a="http://schemas.openxmlformats.org/drawingml/2006/main">
            <a:off x="1828800" y="1581150"/>
            <a:ext cx="906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Trebuchet MS"/>
                <a:ea typeface="Trebuchet MS"/>
                <a:cs typeface="Trebuchet MS"/>
              </a:defRPr>
            </a:defPPr>
          </a:lstStyle>
          <a:p xmlns:a="http://schemas.openxmlformats.org/drawingml/2006/main">
            <a:pPr algn="l">
              <a:defRPr sz="1725" b="0">
                <a:solidFill>
                  <a:srgbClr val="000000"/>
                </a:solidFill>
                <a:latin typeface="Trebuchet MS"/>
                <a:ea typeface="Trebuchet MS"/>
                <a:cs typeface="Trebuchet MS"/>
              </a:defRPr>
            </a:pPr>
            <a:r>
              <a:rPr sz="1725" b="0">
                <a:solidFill>
                  <a:srgbClr val="000000"/>
                </a:solidFill>
                <a:latin typeface="Trebuchet MS"/>
                <a:ea typeface="Trebuchet MS"/>
                <a:cs typeface="Trebuchet MS"/>
              </a:rPr>
              <a:t>The evidence pipeline combines complementary retrieval cues and preserves source identity.</a:t>
            </a:r>
          </a:p>
        </p:txBody>
      </p:sp>
      <p:graphicFrame>
        <p:nvGraphicFramePr>
          <p:cNvPr id="140" name="">
            <a:extLst xmlns:a="http://schemas.openxmlformats.org/drawingml/2006/main">
              <a:ext uri="{FF2B5EF4-FFF2-40B4-BE49-F238E27FC236}">
                <a16:creationId xmlns:a16="http://schemas.microsoft.com/office/drawing/2014/main" id="{500F9A98-6050-43C6-9661-35D2C4AB94D7}"/>
              </a:ext>
            </a:extLst>
          </p:cNvPr>
          <p:cNvGraphicFramePr/>
          <p:nvPr/>
        </p:nvGraphicFramePr>
        <p:xfrm>
          <a:off xmlns:a="http://schemas.openxmlformats.org/drawingml/2006/main" x="1828800" y="2286000"/>
          <a:ext xmlns:a="http://schemas.openxmlformats.org/drawingml/2006/main" cx="9067800" cy="3343085"/>
        </p:xfrm>
        <a:graphic xmlns:a="http://schemas.openxmlformats.org/drawingml/2006/main">
          <a:graphicData uri="http://schemas.openxmlformats.org/drawingml/2006/table">
            <a:tbl>
              <a:tblPr firstRow="1" bandRow="0"/>
              <a:tblGrid>
                <a:gridCol w="1952625"/>
                <a:gridCol w="3876675"/>
                <a:gridCol w="3238500"/>
              </a:tblGrid>
              <a:tr h="373190">
                <a:tc>
                  <a:txBody>
                    <a:bodyPr wrap="square" lIns="95250" tIns="66675" rIns="95250" bIns="66675">
                      <a:noAutofit/>
                    </a:bodyPr>
                    <a:lstStyle/>
                    <a:p>
                      <a:pPr algn="l"/>
                      <a:r>
                        <a:rPr sz="1425" b="1">
                          <a:solidFill>
                            <a:srgbClr val="000000"/>
                          </a:solidFill>
                          <a:latin typeface="Trebuchet MS"/>
                          <a:ea typeface="Trebuchet MS"/>
                          <a:cs typeface="Trebuchet MS"/>
                        </a:rPr>
                        <a:t>Stage</a:t>
                      </a:r>
                    </a:p>
                  </a:txBody>
                  <a:tcPr marL="95250" marR="95250" marT="66675" marB="66675" anchor="t">
                    <a:solidFill>
                      <a:srgbClr val="FFF2E0"/>
                    </a:solidFill>
                  </a:tcPr>
                </a:tc>
                <a:tc>
                  <a:txBody>
                    <a:bodyPr wrap="square" lIns="95250" tIns="66675" rIns="95250" bIns="66675">
                      <a:noAutofit/>
                    </a:bodyPr>
                    <a:lstStyle/>
                    <a:p>
                      <a:pPr algn="l"/>
                      <a:r>
                        <a:rPr sz="1425" b="1">
                          <a:solidFill>
                            <a:srgbClr val="000000"/>
                          </a:solidFill>
                          <a:latin typeface="Trebuchet MS"/>
                          <a:ea typeface="Trebuchet MS"/>
                          <a:cs typeface="Trebuchet MS"/>
                        </a:rPr>
                        <a:t>Mechanism</a:t>
                      </a:r>
                    </a:p>
                  </a:txBody>
                  <a:tcPr marL="95250" marR="95250" marT="66675" marB="66675" anchor="t">
                    <a:solidFill>
                      <a:srgbClr val="FFF2E0"/>
                    </a:solidFill>
                  </a:tcPr>
                </a:tc>
                <a:tc>
                  <a:txBody>
                    <a:bodyPr wrap="square" lIns="95250" tIns="66675" rIns="95250" bIns="66675">
                      <a:noAutofit/>
                    </a:bodyPr>
                    <a:lstStyle/>
                    <a:p>
                      <a:pPr algn="l"/>
                      <a:r>
                        <a:rPr sz="1425" b="1">
                          <a:solidFill>
                            <a:srgbClr val="000000"/>
                          </a:solidFill>
                          <a:latin typeface="Trebuchet MS"/>
                          <a:ea typeface="Trebuchet MS"/>
                          <a:cs typeface="Trebuchet MS"/>
                        </a:rPr>
                        <a:t>Important limit</a:t>
                      </a:r>
                    </a:p>
                  </a:txBody>
                  <a:tcPr marL="95250" marR="95250" marT="66675" marB="66675" anchor="t">
                    <a:solidFill>
                      <a:srgbClr val="FFF2E0"/>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Query analysis</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Entity, lexical and time cues with rewriting</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Engineered rewriting can miss paraphrases</a:t>
                      </a:r>
                    </a:p>
                  </a:txBody>
                  <a:tcPr marL="95250" marR="95250" marT="66675" marB="66675" anchor="t">
                    <a:solidFill>
                      <a:srgbClr val="FFFFFF"/>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Candidate retrieval</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Dense, sparse, temporal and graph strategies</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Active backend / capability must be recorded</a:t>
                      </a:r>
                    </a:p>
                  </a:txBody>
                  <a:tcPr marL="95250" marR="95250" marT="66675" marB="66675" anchor="t">
                    <a:solidFill>
                      <a:srgbClr val="FFFFFF"/>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Fusion / rerank</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Merge by memory ID, normalize and rerank</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Weights and learned backend cost need tuning</a:t>
                      </a:r>
                    </a:p>
                  </a:txBody>
                  <a:tcPr marL="95250" marR="95250" marT="66675" marB="66675" anchor="t">
                    <a:solidFill>
                      <a:srgbClr val="FFFFFF"/>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Sufficiency / reasoning</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Integrate evidence, retrieve more or abstain</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Lexical coverage does not prove entailment</a:t>
                      </a:r>
                    </a:p>
                  </a:txBody>
                  <a:tcPr marL="95250" marR="95250" marT="66675" marB="66675" anchor="t">
                    <a:solidFill>
                      <a:srgbClr val="FFFFFF"/>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Compression / citations</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Fit context and map evidence to source IDs</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Approximate tokens and citation support need checks</a:t>
                      </a:r>
                    </a:p>
                  </a:txBody>
                  <a:tcPr marL="95250" marR="95250" marT="66675" marB="66675" anchor="t">
                    <a:solidFill>
                      <a:srgbClr val="FFFFFF"/>
                    </a:solidFill>
                  </a:tcPr>
                </a:tc>
              </a:tr>
            </a:tbl>
          </a:graphicData>
        </a:graphic>
      </p:graphicFrame>
      <p:sp>
        <p:nvSpPr>
          <p:cNvPr id="141" name="Main takeaway">
            <a:extLst xmlns:a="http://schemas.openxmlformats.org/drawingml/2006/main">
              <a:ext uri="{FF2B5EF4-FFF2-40B4-BE49-F238E27FC236}">
                <a16:creationId xmlns:a16="http://schemas.microsoft.com/office/drawing/2014/main" id="{4E5848AF-8DEE-4E63-8D40-09FD16378E30}"/>
              </a:ext>
            </a:extLst>
          </p:cNvPr>
          <p:cNvSpPr>
            <a:spLocks xmlns:a="http://schemas.openxmlformats.org/drawingml/2006/main" noGrp="1"/>
          </p:cNvSpPr>
          <p:nvPr/>
        </p:nvSpPr>
        <p:spPr>
          <a:xfrm xmlns:a="http://schemas.openxmlformats.org/drawingml/2006/main">
            <a:off x="1828800" y="5771960"/>
            <a:ext cx="9067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00000"/>
                </a:solidFill>
                <a:latin typeface="Trebuchet MS"/>
                <a:ea typeface="Trebuchet MS"/>
                <a:cs typeface="Trebuchet MS"/>
              </a:defRPr>
            </a:defPPr>
          </a:lstStyle>
          <a:p xmlns:a="http://schemas.openxmlformats.org/drawingml/2006/main">
            <a:pPr algn="l">
              <a:defRPr sz="1575" b="1">
                <a:solidFill>
                  <a:srgbClr val="000000"/>
                </a:solidFill>
                <a:latin typeface="Trebuchet MS"/>
                <a:ea typeface="Trebuchet MS"/>
                <a:cs typeface="Trebuchet MS"/>
              </a:defRPr>
            </a:pPr>
            <a:r>
              <a:rPr sz="1575" b="1">
                <a:solidFill>
                  <a:srgbClr val="000000"/>
                </a:solidFill>
                <a:latin typeface="Trebuchet MS"/>
                <a:ea typeface="Trebuchet MS"/>
                <a:cs typeface="Trebuchet MS"/>
              </a:rPr>
              <a:t>Public defaults: top-k 5, hops 3, retrieval calls 3 and 1,600 context tokens.</a:t>
            </a:r>
          </a:p>
        </p:txBody>
      </p:sp>
    </p:spTree>
    <p:extLst>
      <p:ext uri="{BB962C8B-B14F-4D97-AF65-F5344CB8AC3E}">
        <p14:creationId xmlns:p14="http://schemas.microsoft.com/office/powerpoint/2010/main" val="40649739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DEA1E96B-AB23-4E91-A3CD-D7478C76D6CF}"/>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Planning, reflection, tools and output</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A5D74F80-5559-4589-9605-D208F53C4D0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2260e39254f4205">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1E64C609-4F60-4B54-B4F8-37323E8314E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2818A281-81A3-4449-A15E-AD167E5CA72D}"/>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39" name="Review summary">
            <a:extLst xmlns:a="http://schemas.openxmlformats.org/drawingml/2006/main">
              <a:ext uri="{FF2B5EF4-FFF2-40B4-BE49-F238E27FC236}">
                <a16:creationId xmlns:a16="http://schemas.microsoft.com/office/drawing/2014/main" id="{E9DE0498-AA0C-4752-B194-80BA999F7C4C}"/>
              </a:ext>
            </a:extLst>
          </p:cNvPr>
          <p:cNvSpPr>
            <a:spLocks xmlns:a="http://schemas.openxmlformats.org/drawingml/2006/main" noGrp="1"/>
          </p:cNvSpPr>
          <p:nvPr/>
        </p:nvSpPr>
        <p:spPr>
          <a:xfrm xmlns:a="http://schemas.openxmlformats.org/drawingml/2006/main">
            <a:off x="1828800" y="1581150"/>
            <a:ext cx="906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Trebuchet MS"/>
                <a:ea typeface="Trebuchet MS"/>
                <a:cs typeface="Trebuchet MS"/>
              </a:defRPr>
            </a:defPPr>
          </a:lstStyle>
          <a:p xmlns:a="http://schemas.openxmlformats.org/drawingml/2006/main">
            <a:pPr algn="l">
              <a:defRPr sz="1725" b="0">
                <a:solidFill>
                  <a:srgbClr val="000000"/>
                </a:solidFill>
                <a:latin typeface="Trebuchet MS"/>
                <a:ea typeface="Trebuchet MS"/>
                <a:cs typeface="Trebuchet MS"/>
              </a:defRPr>
            </a:pPr>
            <a:r>
              <a:rPr sz="1725" b="0">
                <a:solidFill>
                  <a:srgbClr val="000000"/>
                </a:solidFill>
                <a:latin typeface="Trebuchet MS"/>
                <a:ea typeface="Trebuchet MS"/>
                <a:cs typeface="Trebuchet MS"/>
              </a:rPr>
              <a:t>The workflow applies permitted corrections and returns explicit typed failure when execution cannot continue.</a:t>
            </a:r>
          </a:p>
        </p:txBody>
      </p:sp>
      <p:graphicFrame>
        <p:nvGraphicFramePr>
          <p:cNvPr id="140" name="">
            <a:extLst xmlns:a="http://schemas.openxmlformats.org/drawingml/2006/main">
              <a:ext uri="{FF2B5EF4-FFF2-40B4-BE49-F238E27FC236}">
                <a16:creationId xmlns:a16="http://schemas.microsoft.com/office/drawing/2014/main" id="{C86609FB-6D26-49A2-8306-CBBBBD037379}"/>
              </a:ext>
            </a:extLst>
          </p:cNvPr>
          <p:cNvGraphicFramePr/>
          <p:nvPr/>
        </p:nvGraphicFramePr>
        <p:xfrm>
          <a:off xmlns:a="http://schemas.openxmlformats.org/drawingml/2006/main" x="1828800" y="2286000"/>
          <a:ext xmlns:a="http://schemas.openxmlformats.org/drawingml/2006/main" cx="9067800" cy="3343085"/>
        </p:xfrm>
        <a:graphic xmlns:a="http://schemas.openxmlformats.org/drawingml/2006/main">
          <a:graphicData uri="http://schemas.openxmlformats.org/drawingml/2006/table">
            <a:tbl>
              <a:tblPr firstRow="1" bandRow="0"/>
              <a:tblGrid>
                <a:gridCol w="1952625"/>
                <a:gridCol w="3762375"/>
                <a:gridCol w="3352800"/>
              </a:tblGrid>
              <a:tr h="373190">
                <a:tc>
                  <a:txBody>
                    <a:bodyPr wrap="square" lIns="95250" tIns="66675" rIns="95250" bIns="66675">
                      <a:noAutofit/>
                    </a:bodyPr>
                    <a:lstStyle/>
                    <a:p>
                      <a:pPr algn="l"/>
                      <a:r>
                        <a:rPr sz="1425" b="1">
                          <a:solidFill>
                            <a:srgbClr val="000000"/>
                          </a:solidFill>
                          <a:latin typeface="Trebuchet MS"/>
                          <a:ea typeface="Trebuchet MS"/>
                          <a:cs typeface="Trebuchet MS"/>
                        </a:rPr>
                        <a:t>Module group</a:t>
                      </a:r>
                    </a:p>
                  </a:txBody>
                  <a:tcPr marL="95250" marR="95250" marT="66675" marB="66675" anchor="t">
                    <a:solidFill>
                      <a:srgbClr val="FFF2E0"/>
                    </a:solidFill>
                  </a:tcPr>
                </a:tc>
                <a:tc>
                  <a:txBody>
                    <a:bodyPr wrap="square" lIns="95250" tIns="66675" rIns="95250" bIns="66675">
                      <a:noAutofit/>
                    </a:bodyPr>
                    <a:lstStyle/>
                    <a:p>
                      <a:pPr algn="l"/>
                      <a:r>
                        <a:rPr sz="1425" b="1">
                          <a:solidFill>
                            <a:srgbClr val="000000"/>
                          </a:solidFill>
                          <a:latin typeface="Trebuchet MS"/>
                          <a:ea typeface="Trebuchet MS"/>
                          <a:cs typeface="Trebuchet MS"/>
                        </a:rPr>
                        <a:t>Operation</a:t>
                      </a:r>
                    </a:p>
                  </a:txBody>
                  <a:tcPr marL="95250" marR="95250" marT="66675" marB="66675" anchor="t">
                    <a:solidFill>
                      <a:srgbClr val="FFF2E0"/>
                    </a:solidFill>
                  </a:tcPr>
                </a:tc>
                <a:tc>
                  <a:txBody>
                    <a:bodyPr wrap="square" lIns="95250" tIns="66675" rIns="95250" bIns="66675">
                      <a:noAutofit/>
                    </a:bodyPr>
                    <a:lstStyle/>
                    <a:p>
                      <a:pPr algn="l"/>
                      <a:r>
                        <a:rPr sz="1425" b="1">
                          <a:solidFill>
                            <a:srgbClr val="000000"/>
                          </a:solidFill>
                          <a:latin typeface="Trebuchet MS"/>
                          <a:ea typeface="Trebuchet MS"/>
                          <a:cs typeface="Trebuchet MS"/>
                        </a:rPr>
                        <a:t>Evidence to show</a:t>
                      </a:r>
                    </a:p>
                  </a:txBody>
                  <a:tcPr marL="95250" marR="95250" marT="66675" marB="66675" anchor="t">
                    <a:solidFill>
                      <a:srgbClr val="FFF2E0"/>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Planning / world</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Goals, constraints and symbolic transitions</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Plan and predicted risk / constraint outcome</a:t>
                      </a:r>
                    </a:p>
                  </a:txBody>
                  <a:tcPr marL="95250" marR="95250" marT="66675" marB="66675" anchor="t">
                    <a:solidFill>
                      <a:srgbClr val="FFFFFF"/>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Uncertainty</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Available confidence signals and disagreement</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Inputs, confidence and calibrated error</a:t>
                      </a:r>
                    </a:p>
                  </a:txBody>
                  <a:tcPr marL="95250" marR="95250" marT="66675" marB="66675" anchor="t">
                    <a:solidFill>
                      <a:srgbClr val="FFFFFF"/>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Reflection</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Typed advice with trigger and remaining budget</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Before / after snapshots and stop reason</a:t>
                      </a:r>
                    </a:p>
                  </a:txBody>
                  <a:tcPr marL="95250" marR="95250" marT="66675" marB="66675" anchor="t">
                    <a:solidFill>
                      <a:srgbClr val="FFFFFF"/>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Tools</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Permission, allowlist, schema and handler checks</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Accepted / blocked action and audit record</a:t>
                      </a:r>
                    </a:p>
                  </a:txBody>
                  <a:tcPr marL="95250" marR="95250" marT="66675" marB="66675" anchor="t">
                    <a:solidFill>
                      <a:srgbClr val="FFFFFF"/>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Generation / commit</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Provider parsing, result validation and effects</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Answer / failure, citations and state delta</a:t>
                      </a:r>
                    </a:p>
                  </a:txBody>
                  <a:tcPr marL="95250" marR="95250" marT="66675" marB="66675" anchor="t">
                    <a:solidFill>
                      <a:srgbClr val="FFFFFF"/>
                    </a:solidFill>
                  </a:tcPr>
                </a:tc>
              </a:tr>
            </a:tbl>
          </a:graphicData>
        </a:graphic>
      </p:graphicFrame>
      <p:sp>
        <p:nvSpPr>
          <p:cNvPr id="141" name="Main takeaway">
            <a:extLst xmlns:a="http://schemas.openxmlformats.org/drawingml/2006/main">
              <a:ext uri="{FF2B5EF4-FFF2-40B4-BE49-F238E27FC236}">
                <a16:creationId xmlns:a16="http://schemas.microsoft.com/office/drawing/2014/main" id="{C9673D16-26B0-4EC7-AA5C-596579BEDD81}"/>
              </a:ext>
            </a:extLst>
          </p:cNvPr>
          <p:cNvSpPr>
            <a:spLocks xmlns:a="http://schemas.openxmlformats.org/drawingml/2006/main" noGrp="1"/>
          </p:cNvSpPr>
          <p:nvPr/>
        </p:nvSpPr>
        <p:spPr>
          <a:xfrm xmlns:a="http://schemas.openxmlformats.org/drawingml/2006/main">
            <a:off x="1828800" y="5771960"/>
            <a:ext cx="9067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00000"/>
                </a:solidFill>
                <a:latin typeface="Trebuchet MS"/>
                <a:ea typeface="Trebuchet MS"/>
                <a:cs typeface="Trebuchet MS"/>
              </a:defRPr>
            </a:defPPr>
          </a:lstStyle>
          <a:p xmlns:a="http://schemas.openxmlformats.org/drawingml/2006/main">
            <a:pPr algn="l">
              <a:defRPr sz="1575" b="1">
                <a:solidFill>
                  <a:srgbClr val="000000"/>
                </a:solidFill>
                <a:latin typeface="Trebuchet MS"/>
                <a:ea typeface="Trebuchet MS"/>
                <a:cs typeface="Trebuchet MS"/>
              </a:defRPr>
            </a:pPr>
            <a:r>
              <a:rPr sz="1575" b="1">
                <a:solidFill>
                  <a:srgbClr val="000000"/>
                </a:solidFill>
                <a:latin typeface="Trebuchet MS"/>
                <a:ea typeface="Trebuchet MS"/>
                <a:cs typeface="Trebuchet MS"/>
              </a:rPr>
              <a:t>Tool limits: 3 calls, 5 s awaitable timeout. Crash recovery remains pending.</a:t>
            </a:r>
          </a:p>
        </p:txBody>
      </p:sp>
    </p:spTree>
    <p:extLst>
      <p:ext uri="{BB962C8B-B14F-4D97-AF65-F5344CB8AC3E}">
        <p14:creationId xmlns:p14="http://schemas.microsoft.com/office/powerpoint/2010/main" val="40649739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43" name="Google Shape;143;g38215e9470b_0_37">
            <a:extLst xmlns:a="http://schemas.openxmlformats.org/drawingml/2006/main">
              <a:ext uri="{FF2B5EF4-FFF2-40B4-BE49-F238E27FC236}">
                <a16:creationId xmlns:a16="http://schemas.microsoft.com/office/drawing/2014/main" id="{3FDD55C6-B018-4837-A8AA-A9B7B96114BB}"/>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Core algorithms and control rules</a:t>
            </a:r>
            <a:endParaRPr sz="2400" b="0" i="0" u="none" strike="noStrike" cap="none">
              <a:solidFill>
                <a:schemeClr val="dk1"/>
              </a:solidFill>
              <a:latin typeface="Calibri"/>
              <a:ea typeface="Calibri"/>
              <a:cs typeface="Calibri"/>
            </a:endParaRPr>
          </a:p>
        </p:txBody>
      </p:sp>
      <p:pic>
        <p:nvPicPr>
          <p:cNvPr id="145" name="Google Shape;145;g38215e9470b_0_37">
            <a:extLst xmlns:a="http://schemas.openxmlformats.org/drawingml/2006/main">
              <a:ext uri="{FF2B5EF4-FFF2-40B4-BE49-F238E27FC236}">
                <a16:creationId xmlns:a16="http://schemas.microsoft.com/office/drawing/2014/main" id="{5ABDA7BB-AD35-4D1E-88C1-A18B25D55AC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e06642058c3498a">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46" name="Google Shape;146;g38215e9470b_0_37">
            <a:extLst xmlns:a="http://schemas.openxmlformats.org/drawingml/2006/main">
              <a:ext uri="{FF2B5EF4-FFF2-40B4-BE49-F238E27FC236}">
                <a16:creationId xmlns:a16="http://schemas.microsoft.com/office/drawing/2014/main" id="{9215EE25-165B-4DA8-BA76-E9313CC5C71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47" name="Google Shape;147;g38215e9470b_0_37">
            <a:extLst xmlns:a="http://schemas.openxmlformats.org/drawingml/2006/main">
              <a:ext uri="{FF2B5EF4-FFF2-40B4-BE49-F238E27FC236}">
                <a16:creationId xmlns:a16="http://schemas.microsoft.com/office/drawing/2014/main" id="{EE358D8D-A7F1-4465-AE89-46A74AE9A70E}"/>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48" name="Review summary">
            <a:extLst xmlns:a="http://schemas.openxmlformats.org/drawingml/2006/main">
              <a:ext uri="{FF2B5EF4-FFF2-40B4-BE49-F238E27FC236}">
                <a16:creationId xmlns:a16="http://schemas.microsoft.com/office/drawing/2014/main" id="{73EE40C0-95FC-443A-8752-19F7FFA10014}"/>
              </a:ext>
            </a:extLst>
          </p:cNvPr>
          <p:cNvSpPr>
            <a:spLocks xmlns:a="http://schemas.openxmlformats.org/drawingml/2006/main" noGrp="1"/>
          </p:cNvSpPr>
          <p:nvPr/>
        </p:nvSpPr>
        <p:spPr>
          <a:xfrm xmlns:a="http://schemas.openxmlformats.org/drawingml/2006/main">
            <a:off x="1828800" y="1581150"/>
            <a:ext cx="906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Trebuchet MS"/>
                <a:ea typeface="Trebuchet MS"/>
                <a:cs typeface="Trebuchet MS"/>
              </a:defRPr>
            </a:defPPr>
          </a:lstStyle>
          <a:p xmlns:a="http://schemas.openxmlformats.org/drawingml/2006/main">
            <a:pPr algn="l">
              <a:defRPr sz="1725" b="0">
                <a:solidFill>
                  <a:srgbClr val="000000"/>
                </a:solidFill>
                <a:latin typeface="Trebuchet MS"/>
                <a:ea typeface="Trebuchet MS"/>
                <a:cs typeface="Trebuchet MS"/>
              </a:defRPr>
            </a:pPr>
            <a:r>
              <a:rPr sz="1725" b="0">
                <a:solidFill>
                  <a:srgbClr val="000000"/>
                </a:solidFill>
                <a:latin typeface="Trebuchet MS"/>
                <a:ea typeface="Trebuchet MS"/>
                <a:cs typeface="Trebuchet MS"/>
              </a:rPr>
              <a:t>Defaults are implementation settings to validate, rather than proof of optimal performance.</a:t>
            </a:r>
          </a:p>
        </p:txBody>
      </p:sp>
      <p:graphicFrame>
        <p:nvGraphicFramePr>
          <p:cNvPr id="149" name="">
            <a:extLst xmlns:a="http://schemas.openxmlformats.org/drawingml/2006/main">
              <a:ext uri="{FF2B5EF4-FFF2-40B4-BE49-F238E27FC236}">
                <a16:creationId xmlns:a16="http://schemas.microsoft.com/office/drawing/2014/main" id="{97295D87-7E9D-4AAD-AADE-26B32CC37E7E}"/>
              </a:ext>
            </a:extLst>
          </p:cNvPr>
          <p:cNvGraphicFramePr/>
          <p:nvPr/>
        </p:nvGraphicFramePr>
        <p:xfrm>
          <a:off xmlns:a="http://schemas.openxmlformats.org/drawingml/2006/main" x="1828800" y="2286000"/>
          <a:ext xmlns:a="http://schemas.openxmlformats.org/drawingml/2006/main" cx="9067800" cy="2644521"/>
        </p:xfrm>
        <a:graphic xmlns:a="http://schemas.openxmlformats.org/drawingml/2006/main">
          <a:graphicData uri="http://schemas.openxmlformats.org/drawingml/2006/table">
            <a:tbl>
              <a:tblPr firstRow="1" bandRow="0"/>
              <a:tblGrid>
                <a:gridCol w="1857375"/>
                <a:gridCol w="4543425"/>
                <a:gridCol w="2667000"/>
              </a:tblGrid>
              <a:tr h="361569">
                <a:tc>
                  <a:txBody>
                    <a:bodyPr wrap="square" lIns="95250" tIns="66675" rIns="95250" bIns="66675">
                      <a:noAutofit/>
                    </a:bodyPr>
                    <a:lstStyle/>
                    <a:p>
                      <a:pPr algn="l"/>
                      <a:r>
                        <a:rPr sz="1350" b="1">
                          <a:solidFill>
                            <a:srgbClr val="000000"/>
                          </a:solidFill>
                          <a:latin typeface="Trebuchet MS"/>
                          <a:ea typeface="Trebuchet MS"/>
                          <a:cs typeface="Trebuchet MS"/>
                        </a:rPr>
                        <a:t>Algorithm</a:t>
                      </a:r>
                    </a:p>
                  </a:txBody>
                  <a:tcPr marL="95250" marR="95250" marT="66675" marB="66675" anchor="t">
                    <a:solidFill>
                      <a:srgbClr val="FFF2E0"/>
                    </a:solidFill>
                  </a:tcPr>
                </a:tc>
                <a:tc>
                  <a:txBody>
                    <a:bodyPr wrap="square" lIns="95250" tIns="66675" rIns="95250" bIns="66675">
                      <a:noAutofit/>
                    </a:bodyPr>
                    <a:lstStyle/>
                    <a:p>
                      <a:pPr algn="l"/>
                      <a:r>
                        <a:rPr sz="1350" b="1">
                          <a:solidFill>
                            <a:srgbClr val="000000"/>
                          </a:solidFill>
                          <a:latin typeface="Trebuchet MS"/>
                          <a:ea typeface="Trebuchet MS"/>
                          <a:cs typeface="Trebuchet MS"/>
                        </a:rPr>
                        <a:t>Current rule</a:t>
                      </a:r>
                    </a:p>
                  </a:txBody>
                  <a:tcPr marL="95250" marR="95250" marT="66675" marB="66675" anchor="t">
                    <a:solidFill>
                      <a:srgbClr val="FFF2E0"/>
                    </a:solidFill>
                  </a:tcPr>
                </a:tc>
                <a:tc>
                  <a:txBody>
                    <a:bodyPr wrap="square" lIns="95250" tIns="66675" rIns="95250" bIns="66675">
                      <a:noAutofit/>
                    </a:bodyPr>
                    <a:lstStyle/>
                    <a:p>
                      <a:pPr algn="l"/>
                      <a:r>
                        <a:rPr sz="1350" b="1">
                          <a:solidFill>
                            <a:srgbClr val="000000"/>
                          </a:solidFill>
                          <a:latin typeface="Trebuchet MS"/>
                          <a:ea typeface="Trebuchet MS"/>
                          <a:cs typeface="Trebuchet MS"/>
                        </a:rPr>
                        <a:t>Interpretation</a:t>
                      </a:r>
                    </a:p>
                  </a:txBody>
                  <a:tcPr marL="95250" marR="95250" marT="66675" marB="66675" anchor="t">
                    <a:solidFill>
                      <a:srgbClr val="FFF2E0"/>
                    </a:solidFill>
                  </a:tcPr>
                </a:tc>
              </a:tr>
              <a:tr h="570738">
                <a:tc>
                  <a:txBody>
                    <a:bodyPr wrap="square" lIns="95250" tIns="66675" rIns="95250" bIns="66675">
                      <a:noAutofit/>
                    </a:bodyPr>
                    <a:lstStyle/>
                    <a:p>
                      <a:pPr algn="l"/>
                      <a:r>
                        <a:rPr sz="1350" b="0">
                          <a:solidFill>
                            <a:srgbClr val="000000"/>
                          </a:solidFill>
                          <a:latin typeface="Trebuchet MS"/>
                          <a:ea typeface="Trebuchet MS"/>
                          <a:cs typeface="Trebuchet MS"/>
                        </a:rPr>
                        <a:t>Hybrid fusion</a:t>
                      </a:r>
                    </a:p>
                  </a:txBody>
                  <a:tcPr marL="95250" marR="95250" marT="66675" marB="66675" anchor="t">
                    <a:solidFill>
                      <a:srgbClr val="FFFFFF"/>
                    </a:solidFill>
                  </a:tcPr>
                </a:tc>
                <a:tc>
                  <a:txBody>
                    <a:bodyPr wrap="square" lIns="95250" tIns="66675" rIns="95250" bIns="66675">
                      <a:noAutofit/>
                    </a:bodyPr>
                    <a:lstStyle/>
                    <a:p>
                      <a:pPr algn="l"/>
                      <a:r>
                        <a:rPr sz="1350" b="0">
                          <a:solidFill>
                            <a:srgbClr val="000000"/>
                          </a:solidFill>
                          <a:latin typeface="Trebuchet MS"/>
                          <a:ea typeface="Trebuchet MS"/>
                          <a:cs typeface="Trebuchet MS"/>
                        </a:rPr>
                        <a:t>F = Σ(wᵢ × normalized scoreᵢ) / Σwᵢ</a:t>
                      </a:r>
                    </a:p>
                    <a:p>
                      <a:pPr algn="l"/>
                      <a:r>
                        <a:rPr sz="1350" b="0">
                          <a:solidFill>
                            <a:srgbClr val="000000"/>
                          </a:solidFill>
                          <a:latin typeface="Trebuchet MS"/>
                          <a:ea typeface="Trebuchet MS"/>
                          <a:cs typeface="Trebuchet MS"/>
                        </a:rPr>
                        <a:t>Dense .40, sparse .30, temporal .15, graph .15</a:t>
                      </a:r>
                    </a:p>
                  </a:txBody>
                  <a:tcPr marL="95250" marR="95250" marT="66675" marB="66675" anchor="t">
                    <a:solidFill>
                      <a:srgbClr val="FFFFFF"/>
                    </a:solidFill>
                  </a:tcPr>
                </a:tc>
                <a:tc>
                  <a:txBody>
                    <a:bodyPr wrap="square" lIns="95250" tIns="66675" rIns="95250" bIns="66675">
                      <a:noAutofit/>
                    </a:bodyPr>
                    <a:lstStyle/>
                    <a:p>
                      <a:pPr algn="l"/>
                      <a:r>
                        <a:rPr sz="1350" b="0">
                          <a:solidFill>
                            <a:srgbClr val="000000"/>
                          </a:solidFill>
                          <a:latin typeface="Trebuchet MS"/>
                          <a:ea typeface="Trebuchet MS"/>
                          <a:cs typeface="Trebuchet MS"/>
                        </a:rPr>
                        <a:t>Merge by memory ID. Missing contributions = 0</a:t>
                      </a:r>
                    </a:p>
                  </a:txBody>
                  <a:tcPr marL="95250" marR="95250" marT="66675" marB="66675" anchor="t">
                    <a:solidFill>
                      <a:srgbClr val="FFFFFF"/>
                    </a:solidFill>
                  </a:tcPr>
                </a:tc>
              </a:tr>
              <a:tr h="570738">
                <a:tc>
                  <a:txBody>
                    <a:bodyPr wrap="square" lIns="95250" tIns="66675" rIns="95250" bIns="66675">
                      <a:noAutofit/>
                    </a:bodyPr>
                    <a:lstStyle/>
                    <a:p>
                      <a:pPr algn="l"/>
                      <a:r>
                        <a:rPr sz="1350" b="0">
                          <a:solidFill>
                            <a:srgbClr val="000000"/>
                          </a:solidFill>
                          <a:latin typeface="Trebuchet MS"/>
                          <a:ea typeface="Trebuchet MS"/>
                          <a:cs typeface="Trebuchet MS"/>
                        </a:rPr>
                        <a:t>Memory importance</a:t>
                      </a:r>
                    </a:p>
                  </a:txBody>
                  <a:tcPr marL="95250" marR="95250" marT="66675" marB="66675" anchor="t">
                    <a:solidFill>
                      <a:srgbClr val="FFFFFF"/>
                    </a:solidFill>
                  </a:tcPr>
                </a:tc>
                <a:tc>
                  <a:txBody>
                    <a:bodyPr wrap="square" lIns="95250" tIns="66675" rIns="95250" bIns="66675">
                      <a:noAutofit/>
                    </a:bodyPr>
                    <a:lstStyle/>
                    <a:p>
                      <a:pPr algn="l"/>
                      <a:r>
                        <a:rPr sz="1350" b="0">
                          <a:solidFill>
                            <a:srgbClr val="000000"/>
                          </a:solidFill>
                          <a:latin typeface="Trebuchet MS"/>
                          <a:ea typeface="Trebuchet MS"/>
                          <a:cs typeface="Trebuchet MS"/>
                        </a:rPr>
                        <a:t>I = .35N + .25E + .15U + .15R + .10F</a:t>
                      </a:r>
                    </a:p>
                    <a:p>
                      <a:pPr algn="l"/>
                      <a:r>
                        <a:rPr sz="1350" b="0">
                          <a:solidFill>
                            <a:srgbClr val="000000"/>
                          </a:solidFill>
                          <a:latin typeface="Trebuchet MS"/>
                          <a:ea typeface="Trebuchet MS"/>
                          <a:cs typeface="Trebuchet MS"/>
                        </a:rPr>
                        <a:t>Admit when I ≥ .55</a:t>
                      </a:r>
                    </a:p>
                  </a:txBody>
                  <a:tcPr marL="95250" marR="95250" marT="66675" marB="66675" anchor="t">
                    <a:solidFill>
                      <a:srgbClr val="FFFFFF"/>
                    </a:solidFill>
                  </a:tcPr>
                </a:tc>
                <a:tc>
                  <a:txBody>
                    <a:bodyPr wrap="square" lIns="95250" tIns="66675" rIns="95250" bIns="66675">
                      <a:noAutofit/>
                    </a:bodyPr>
                    <a:lstStyle/>
                    <a:p>
                      <a:pPr algn="l"/>
                      <a:r>
                        <a:rPr sz="1350" b="0">
                          <a:solidFill>
                            <a:srgbClr val="000000"/>
                          </a:solidFill>
                          <a:latin typeface="Trebuchet MS"/>
                          <a:ea typeface="Trebuchet MS"/>
                          <a:cs typeface="Trebuchet MS"/>
                        </a:rPr>
                        <a:t>Novelty, emotion, relevance, recurrence, reflection</a:t>
                      </a:r>
                    </a:p>
                  </a:txBody>
                  <a:tcPr marL="95250" marR="95250" marT="66675" marB="66675" anchor="t">
                    <a:solidFill>
                      <a:srgbClr val="FFFFFF"/>
                    </a:solidFill>
                  </a:tcPr>
                </a:tc>
              </a:tr>
              <a:tr h="570738">
                <a:tc>
                  <a:txBody>
                    <a:bodyPr wrap="square" lIns="95250" tIns="66675" rIns="95250" bIns="66675">
                      <a:noAutofit/>
                    </a:bodyPr>
                    <a:lstStyle/>
                    <a:p>
                      <a:pPr algn="l"/>
                      <a:r>
                        <a:rPr sz="1350" b="0">
                          <a:solidFill>
                            <a:srgbClr val="000000"/>
                          </a:solidFill>
                          <a:latin typeface="Trebuchet MS"/>
                          <a:ea typeface="Trebuchet MS"/>
                          <a:cs typeface="Trebuchet MS"/>
                        </a:rPr>
                        <a:t>Affect momentum</a:t>
                      </a:r>
                    </a:p>
                  </a:txBody>
                  <a:tcPr marL="95250" marR="95250" marT="66675" marB="66675" anchor="t">
                    <a:solidFill>
                      <a:srgbClr val="FFFFFF"/>
                    </a:solidFill>
                  </a:tcPr>
                </a:tc>
                <a:tc>
                  <a:txBody>
                    <a:bodyPr wrap="square" lIns="95250" tIns="66675" rIns="95250" bIns="66675">
                      <a:noAutofit/>
                    </a:bodyPr>
                    <a:lstStyle/>
                    <a:p>
                      <a:pPr algn="l"/>
                      <a:r>
                        <a:rPr sz="1350" b="0">
                          <a:solidFill>
                            <a:srgbClr val="000000"/>
                          </a:solidFill>
                          <a:latin typeface="Trebuchet MS"/>
                          <a:ea typeface="Trebuchet MS"/>
                          <a:cs typeface="Trebuchet MS"/>
                        </a:rPr>
                        <a:t>Decay prior scores by .82, then add current confidence</a:t>
                      </a:r>
                    </a:p>
                  </a:txBody>
                  <a:tcPr marL="95250" marR="95250" marT="66675" marB="66675" anchor="t">
                    <a:solidFill>
                      <a:srgbClr val="FFFFFF"/>
                    </a:solidFill>
                  </a:tcPr>
                </a:tc>
                <a:tc>
                  <a:txBody>
                    <a:bodyPr wrap="square" lIns="95250" tIns="66675" rIns="95250" bIns="66675">
                      <a:noAutofit/>
                    </a:bodyPr>
                    <a:lstStyle/>
                    <a:p>
                      <a:pPr algn="l"/>
                      <a:r>
                        <a:rPr sz="1350" b="0">
                          <a:solidFill>
                            <a:srgbClr val="000000"/>
                          </a:solidFill>
                          <a:latin typeface="Trebuchet MS"/>
                          <a:ea typeface="Trebuchet MS"/>
                          <a:cs typeface="Trebuchet MS"/>
                        </a:rPr>
                        <a:t>Rolling text-affect signals</a:t>
                      </a:r>
                    </a:p>
                  </a:txBody>
                  <a:tcPr marL="95250" marR="95250" marT="66675" marB="66675" anchor="t">
                    <a:solidFill>
                      <a:srgbClr val="FFFFFF"/>
                    </a:solidFill>
                  </a:tcPr>
                </a:tc>
              </a:tr>
              <a:tr h="570738">
                <a:tc>
                  <a:txBody>
                    <a:bodyPr wrap="square" lIns="95250" tIns="66675" rIns="95250" bIns="66675">
                      <a:noAutofit/>
                    </a:bodyPr>
                    <a:lstStyle/>
                    <a:p>
                      <a:pPr algn="l"/>
                      <a:r>
                        <a:rPr sz="1350" b="0">
                          <a:solidFill>
                            <a:srgbClr val="000000"/>
                          </a:solidFill>
                          <a:latin typeface="Trebuchet MS"/>
                          <a:ea typeface="Trebuchet MS"/>
                          <a:cs typeface="Trebuchet MS"/>
                        </a:rPr>
                        <a:t>Bounded execution</a:t>
                      </a:r>
                    </a:p>
                  </a:txBody>
                  <a:tcPr marL="95250" marR="95250" marT="66675" marB="66675" anchor="t">
                    <a:solidFill>
                      <a:srgbClr val="FFFFFF"/>
                    </a:solidFill>
                  </a:tcPr>
                </a:tc>
                <a:tc>
                  <a:txBody>
                    <a:bodyPr wrap="square" lIns="95250" tIns="66675" rIns="95250" bIns="66675">
                      <a:noAutofit/>
                    </a:bodyPr>
                    <a:lstStyle/>
                    <a:p>
                      <a:pPr algn="l"/>
                      <a:r>
                        <a:rPr sz="1350" b="0">
                          <a:solidFill>
                            <a:srgbClr val="000000"/>
                          </a:solidFill>
                          <a:latin typeface="Trebuchet MS"/>
                          <a:ea typeface="Trebuchet MS"/>
                          <a:cs typeface="Trebuchet MS"/>
                        </a:rPr>
                        <a:t>Validate → route → controllers → correction budget → result → effects</a:t>
                      </a:r>
                    </a:p>
                  </a:txBody>
                  <a:tcPr marL="95250" marR="95250" marT="66675" marB="66675" anchor="t">
                    <a:solidFill>
                      <a:srgbClr val="FFFFFF"/>
                    </a:solidFill>
                  </a:tcPr>
                </a:tc>
                <a:tc>
                  <a:txBody>
                    <a:bodyPr wrap="square" lIns="95250" tIns="66675" rIns="95250" bIns="66675">
                      <a:noAutofit/>
                    </a:bodyPr>
                    <a:lstStyle/>
                    <a:p>
                      <a:pPr algn="l"/>
                      <a:r>
                        <a:rPr sz="1350" b="0">
                          <a:solidFill>
                            <a:srgbClr val="000000"/>
                          </a:solidFill>
                          <a:latin typeface="Trebuchet MS"/>
                          <a:ea typeface="Trebuchet MS"/>
                          <a:cs typeface="Trebuchet MS"/>
                        </a:rPr>
                        <a:t>Stop on failure, cancellation or exhausted budget</a:t>
                      </a:r>
                    </a:p>
                  </a:txBody>
                  <a:tcPr marL="95250" marR="95250" marT="66675" marB="66675" anchor="t">
                    <a:solidFill>
                      <a:srgbClr val="FFFFFF"/>
                    </a:solidFill>
                  </a:tcPr>
                </a:tc>
              </a:tr>
            </a:tbl>
          </a:graphicData>
        </a:graphic>
      </p:graphicFrame>
      <p:sp>
        <p:nvSpPr>
          <p:cNvPr id="150" name="Main takeaway">
            <a:extLst xmlns:a="http://schemas.openxmlformats.org/drawingml/2006/main">
              <a:ext uri="{FF2B5EF4-FFF2-40B4-BE49-F238E27FC236}">
                <a16:creationId xmlns:a16="http://schemas.microsoft.com/office/drawing/2014/main" id="{1DC3D164-A2A3-4816-BCE2-3B12AB9359A8}"/>
              </a:ext>
            </a:extLst>
          </p:cNvPr>
          <p:cNvSpPr>
            <a:spLocks xmlns:a="http://schemas.openxmlformats.org/drawingml/2006/main" noGrp="1"/>
          </p:cNvSpPr>
          <p:nvPr/>
        </p:nvSpPr>
        <p:spPr>
          <a:xfrm xmlns:a="http://schemas.openxmlformats.org/drawingml/2006/main">
            <a:off x="1828800" y="5073396"/>
            <a:ext cx="9067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00000"/>
                </a:solidFill>
                <a:latin typeface="Trebuchet MS"/>
                <a:ea typeface="Trebuchet MS"/>
                <a:cs typeface="Trebuchet MS"/>
              </a:defRPr>
            </a:defPPr>
          </a:lstStyle>
          <a:p xmlns:a="http://schemas.openxmlformats.org/drawingml/2006/main">
            <a:pPr algn="l">
              <a:defRPr sz="1575" b="1">
                <a:solidFill>
                  <a:srgbClr val="000000"/>
                </a:solidFill>
                <a:latin typeface="Trebuchet MS"/>
                <a:ea typeface="Trebuchet MS"/>
                <a:cs typeface="Trebuchet MS"/>
              </a:defRPr>
            </a:pPr>
            <a:r>
              <a:rPr sz="1575" b="1">
                <a:solidFill>
                  <a:srgbClr val="000000"/>
                </a:solidFill>
                <a:latin typeface="Trebuchet MS"/>
                <a:ea typeface="Trebuchet MS"/>
                <a:cs typeface="Trebuchet MS"/>
              </a:rPr>
              <a:t>Novelty = 1 − maximum token Jaccard overlap. Importance components are bounded to [0, 1].</a:t>
            </a:r>
          </a:p>
        </p:txBody>
      </p:sp>
    </p:spTree>
    <p:extLst>
      <p:ext uri="{BB962C8B-B14F-4D97-AF65-F5344CB8AC3E}">
        <p14:creationId xmlns:p14="http://schemas.microsoft.com/office/powerpoint/2010/main" val="203235967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DEA1E96B-AB23-4E91-A3CD-D7478C76D6CF}"/>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Results: embedding backend comparison</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A5D74F80-5559-4589-9605-D208F53C4D0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b7e32ad889f4c4d">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1E64C609-4F60-4B54-B4F8-37323E8314E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2818A281-81A3-4449-A15E-AD167E5CA72D}"/>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39" name="Review summary">
            <a:extLst xmlns:a="http://schemas.openxmlformats.org/drawingml/2006/main">
              <a:ext uri="{FF2B5EF4-FFF2-40B4-BE49-F238E27FC236}">
                <a16:creationId xmlns:a16="http://schemas.microsoft.com/office/drawing/2014/main" id="{D16895D7-08E1-43EA-82B3-3B2B0D0F0688}"/>
              </a:ext>
            </a:extLst>
          </p:cNvPr>
          <p:cNvSpPr>
            <a:spLocks xmlns:a="http://schemas.openxmlformats.org/drawingml/2006/main" noGrp="1"/>
          </p:cNvSpPr>
          <p:nvPr/>
        </p:nvSpPr>
        <p:spPr>
          <a:xfrm xmlns:a="http://schemas.openxmlformats.org/drawingml/2006/main">
            <a:off x="1828800" y="1581150"/>
            <a:ext cx="906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Trebuchet MS"/>
                <a:ea typeface="Trebuchet MS"/>
                <a:cs typeface="Trebuchet MS"/>
              </a:defRPr>
            </a:defPPr>
          </a:lstStyle>
          <a:p xmlns:a="http://schemas.openxmlformats.org/drawingml/2006/main">
            <a:pPr algn="l">
              <a:defRPr sz="1725" b="0">
                <a:solidFill>
                  <a:srgbClr val="000000"/>
                </a:solidFill>
                <a:latin typeface="Trebuchet MS"/>
                <a:ea typeface="Trebuchet MS"/>
                <a:cs typeface="Trebuchet MS"/>
              </a:defRPr>
            </a:pPr>
            <a:r>
              <a:rPr sz="1725" b="0">
                <a:solidFill>
                  <a:srgbClr val="000000"/>
                </a:solidFill>
                <a:latin typeface="Trebuchet MS"/>
                <a:ea typeface="Trebuchet MS"/>
                <a:cs typeface="Trebuchet MS"/>
              </a:rPr>
              <a:t>Saved component study: 1 LoCoMo conversation, 197 queries, seed 13, candidate top-k 30, GTX 1650.</a:t>
            </a:r>
          </a:p>
        </p:txBody>
      </p:sp>
      <p:graphicFrame>
        <p:nvGraphicFramePr>
          <p:cNvPr id="140" name="">
            <a:extLst xmlns:a="http://schemas.openxmlformats.org/drawingml/2006/main">
              <a:ext uri="{FF2B5EF4-FFF2-40B4-BE49-F238E27FC236}">
                <a16:creationId xmlns:a16="http://schemas.microsoft.com/office/drawing/2014/main" id="{DCC32ABE-7B61-4B42-800B-29A00145AF71}"/>
              </a:ext>
            </a:extLst>
          </p:cNvPr>
          <p:cNvGraphicFramePr/>
          <p:nvPr/>
        </p:nvGraphicFramePr>
        <p:xfrm>
          <a:off xmlns:a="http://schemas.openxmlformats.org/drawingml/2006/main" x="1828800" y="2286000"/>
          <a:ext xmlns:a="http://schemas.openxmlformats.org/drawingml/2006/main" cx="9067800" cy="1924050"/>
        </p:xfrm>
        <a:graphic xmlns:a="http://schemas.openxmlformats.org/drawingml/2006/main">
          <a:graphicData uri="http://schemas.openxmlformats.org/drawingml/2006/table">
            <a:tbl>
              <a:tblPr firstRow="1" bandRow="0"/>
              <a:tblGrid>
                <a:gridCol w="1762125"/>
                <a:gridCol w="1428750"/>
                <a:gridCol w="1428750"/>
                <a:gridCol w="1428750"/>
                <a:gridCol w="1495425"/>
                <a:gridCol w="1524000"/>
              </a:tblGrid>
              <a:tr h="384810">
                <a:tc>
                  <a:txBody>
                    <a:bodyPr wrap="square" lIns="95250" tIns="66675" rIns="95250" bIns="66675">
                      <a:noAutofit/>
                    </a:bodyPr>
                    <a:lstStyle/>
                    <a:p>
                      <a:pPr algn="l"/>
                      <a:r>
                        <a:rPr sz="1500" b="1">
                          <a:solidFill>
                            <a:srgbClr val="000000"/>
                          </a:solidFill>
                          <a:latin typeface="Trebuchet MS"/>
                          <a:ea typeface="Trebuchet MS"/>
                          <a:cs typeface="Trebuchet MS"/>
                        </a:rPr>
                        <a:t>Backend</a:t>
                      </a:r>
                    </a:p>
                  </a:txBody>
                  <a:tcPr marL="95250" marR="95250" marT="66675" marB="66675" anchor="t">
                    <a:solidFill>
                      <a:srgbClr val="FFF2E0"/>
                    </a:solidFill>
                  </a:tcPr>
                </a:tc>
                <a:tc>
                  <a:txBody>
                    <a:bodyPr wrap="square" lIns="95250" tIns="66675" rIns="95250" bIns="66675">
                      <a:noAutofit/>
                    </a:bodyPr>
                    <a:lstStyle/>
                    <a:p>
                      <a:pPr algn="l"/>
                      <a:r>
                        <a:rPr sz="1500" b="1">
                          <a:solidFill>
                            <a:srgbClr val="000000"/>
                          </a:solidFill>
                          <a:latin typeface="Trebuchet MS"/>
                          <a:ea typeface="Trebuchet MS"/>
                          <a:cs typeface="Trebuchet MS"/>
                        </a:rPr>
                        <a:t>Recall@5</a:t>
                      </a:r>
                    </a:p>
                  </a:txBody>
                  <a:tcPr marL="95250" marR="95250" marT="66675" marB="66675" anchor="t">
                    <a:solidFill>
                      <a:srgbClr val="FFF2E0"/>
                    </a:solidFill>
                  </a:tcPr>
                </a:tc>
                <a:tc>
                  <a:txBody>
                    <a:bodyPr wrap="square" lIns="95250" tIns="66675" rIns="95250" bIns="66675">
                      <a:noAutofit/>
                    </a:bodyPr>
                    <a:lstStyle/>
                    <a:p>
                      <a:pPr algn="l"/>
                      <a:r>
                        <a:rPr sz="1500" b="1">
                          <a:solidFill>
                            <a:srgbClr val="000000"/>
                          </a:solidFill>
                          <a:latin typeface="Trebuchet MS"/>
                          <a:ea typeface="Trebuchet MS"/>
                          <a:cs typeface="Trebuchet MS"/>
                        </a:rPr>
                        <a:t>MRR</a:t>
                      </a:r>
                    </a:p>
                  </a:txBody>
                  <a:tcPr marL="95250" marR="95250" marT="66675" marB="66675" anchor="t">
                    <a:solidFill>
                      <a:srgbClr val="FFF2E0"/>
                    </a:solidFill>
                  </a:tcPr>
                </a:tc>
                <a:tc>
                  <a:txBody>
                    <a:bodyPr wrap="square" lIns="95250" tIns="66675" rIns="95250" bIns="66675">
                      <a:noAutofit/>
                    </a:bodyPr>
                    <a:lstStyle/>
                    <a:p>
                      <a:pPr algn="l"/>
                      <a:r>
                        <a:rPr sz="1500" b="1">
                          <a:solidFill>
                            <a:srgbClr val="000000"/>
                          </a:solidFill>
                          <a:latin typeface="Trebuchet MS"/>
                          <a:ea typeface="Trebuchet MS"/>
                          <a:cs typeface="Trebuchet MS"/>
                        </a:rPr>
                        <a:t>nDCG@5</a:t>
                      </a:r>
                    </a:p>
                  </a:txBody>
                  <a:tcPr marL="95250" marR="95250" marT="66675" marB="66675" anchor="t">
                    <a:solidFill>
                      <a:srgbClr val="FFF2E0"/>
                    </a:solidFill>
                  </a:tcPr>
                </a:tc>
                <a:tc>
                  <a:txBody>
                    <a:bodyPr wrap="square" lIns="95250" tIns="66675" rIns="95250" bIns="66675">
                      <a:noAutofit/>
                    </a:bodyPr>
                    <a:lstStyle/>
                    <a:p>
                      <a:pPr algn="l"/>
                      <a:r>
                        <a:rPr sz="1500" b="1">
                          <a:solidFill>
                            <a:srgbClr val="000000"/>
                          </a:solidFill>
                          <a:latin typeface="Trebuchet MS"/>
                          <a:ea typeface="Trebuchet MS"/>
                          <a:cs typeface="Trebuchet MS"/>
                        </a:rPr>
                        <a:t>Candidate %</a:t>
                      </a:r>
                    </a:p>
                  </a:txBody>
                  <a:tcPr marL="95250" marR="95250" marT="66675" marB="66675" anchor="t">
                    <a:solidFill>
                      <a:srgbClr val="FFF2E0"/>
                    </a:solidFill>
                  </a:tcPr>
                </a:tc>
                <a:tc>
                  <a:txBody>
                    <a:bodyPr wrap="square" lIns="95250" tIns="66675" rIns="95250" bIns="66675">
                      <a:noAutofit/>
                    </a:bodyPr>
                    <a:lstStyle/>
                    <a:p>
                      <a:pPr algn="l"/>
                      <a:r>
                        <a:rPr sz="1500" b="1">
                          <a:solidFill>
                            <a:srgbClr val="000000"/>
                          </a:solidFill>
                          <a:latin typeface="Trebuchet MS"/>
                          <a:ea typeface="Trebuchet MS"/>
                          <a:cs typeface="Trebuchet MS"/>
                        </a:rPr>
                        <a:t>Total s</a:t>
                      </a:r>
                    </a:p>
                  </a:txBody>
                  <a:tcPr marL="95250" marR="95250" marT="66675" marB="66675" anchor="t">
                    <a:solidFill>
                      <a:srgbClr val="FFF2E0"/>
                    </a:solidFill>
                  </a:tcPr>
                </a:tc>
              </a:tr>
              <a:tr h="384810">
                <a:tc>
                  <a:txBody>
                    <a:bodyPr wrap="square" lIns="95250" tIns="66675" rIns="95250" bIns="66675">
                      <a:noAutofit/>
                    </a:bodyPr>
                    <a:lstStyle/>
                    <a:p>
                      <a:pPr algn="l"/>
                      <a:r>
                        <a:rPr sz="1500" b="0">
                          <a:solidFill>
                            <a:srgbClr val="000000"/>
                          </a:solidFill>
                          <a:latin typeface="Trebuchet MS"/>
                          <a:ea typeface="Trebuchet MS"/>
                          <a:cs typeface="Trebuchet MS"/>
                        </a:rPr>
                        <a:t>Stable hash</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1.0152%</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0.010081</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0.007262</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7.1066</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5.740125</a:t>
                      </a:r>
                    </a:p>
                  </a:txBody>
                  <a:tcPr marL="95250" marR="95250" marT="66675" marB="66675" anchor="t">
                    <a:solidFill>
                      <a:srgbClr val="FFFFFF"/>
                    </a:solidFill>
                  </a:tcPr>
                </a:tc>
              </a:tr>
              <a:tr h="384810">
                <a:tc>
                  <a:txBody>
                    <a:bodyPr wrap="square" lIns="95250" tIns="66675" rIns="95250" bIns="66675">
                      <a:noAutofit/>
                    </a:bodyPr>
                    <a:lstStyle/>
                    <a:p>
                      <a:pPr algn="l"/>
                      <a:r>
                        <a:rPr sz="1500" b="0">
                          <a:solidFill>
                            <a:srgbClr val="000000"/>
                          </a:solidFill>
                          <a:latin typeface="Trebuchet MS"/>
                          <a:ea typeface="Trebuchet MS"/>
                          <a:cs typeface="Trebuchet MS"/>
                        </a:rPr>
                        <a:t>MiniLM</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15.7783%</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0.110655</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0.101168</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44.6701</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22.439328</a:t>
                      </a:r>
                    </a:p>
                  </a:txBody>
                  <a:tcPr marL="95250" marR="95250" marT="66675" marB="66675" anchor="t">
                    <a:solidFill>
                      <a:srgbClr val="FFFFFF"/>
                    </a:solidFill>
                  </a:tcPr>
                </a:tc>
              </a:tr>
              <a:tr h="384810">
                <a:tc>
                  <a:txBody>
                    <a:bodyPr wrap="square" lIns="95250" tIns="66675" rIns="95250" bIns="66675">
                      <a:noAutofit/>
                    </a:bodyPr>
                    <a:lstStyle/>
                    <a:p>
                      <a:pPr algn="l"/>
                      <a:r>
                        <a:rPr sz="1500" b="0">
                          <a:solidFill>
                            <a:srgbClr val="000000"/>
                          </a:solidFill>
                          <a:latin typeface="Trebuchet MS"/>
                          <a:ea typeface="Trebuchet MS"/>
                          <a:cs typeface="Trebuchet MS"/>
                        </a:rPr>
                        <a:t>BGE small</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15.7360%</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0.138600</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0.122296</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41.6244</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15.200265</a:t>
                      </a:r>
                    </a:p>
                  </a:txBody>
                  <a:tcPr marL="95250" marR="95250" marT="66675" marB="66675" anchor="t">
                    <a:solidFill>
                      <a:srgbClr val="FFFFFF"/>
                    </a:solidFill>
                  </a:tcPr>
                </a:tc>
              </a:tr>
              <a:tr h="384810">
                <a:tc>
                  <a:txBody>
                    <a:bodyPr wrap="square" lIns="95250" tIns="66675" rIns="95250" bIns="66675">
                      <a:noAutofit/>
                    </a:bodyPr>
                    <a:lstStyle/>
                    <a:p>
                      <a:pPr algn="l"/>
                      <a:r>
                        <a:rPr sz="1500" b="0">
                          <a:solidFill>
                            <a:srgbClr val="000000"/>
                          </a:solidFill>
                          <a:latin typeface="Trebuchet MS"/>
                          <a:ea typeface="Trebuchet MS"/>
                          <a:cs typeface="Trebuchet MS"/>
                        </a:rPr>
                        <a:t>Nomic</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32.9103%</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0.254356</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0.246090</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69.5431</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30.752234</a:t>
                      </a:r>
                    </a:p>
                  </a:txBody>
                  <a:tcPr marL="95250" marR="95250" marT="66675" marB="66675" anchor="t">
                    <a:solidFill>
                      <a:srgbClr val="FFFFFF"/>
                    </a:solidFill>
                  </a:tcPr>
                </a:tc>
              </a:tr>
            </a:tbl>
          </a:graphicData>
        </a:graphic>
      </p:graphicFrame>
      <p:sp>
        <p:nvSpPr>
          <p:cNvPr id="141" name="Main takeaway">
            <a:extLst xmlns:a="http://schemas.openxmlformats.org/drawingml/2006/main">
              <a:ext uri="{FF2B5EF4-FFF2-40B4-BE49-F238E27FC236}">
                <a16:creationId xmlns:a16="http://schemas.microsoft.com/office/drawing/2014/main" id="{2ECB65C3-AC0E-4773-B9D0-8CCD82799674}"/>
              </a:ext>
            </a:extLst>
          </p:cNvPr>
          <p:cNvSpPr>
            <a:spLocks xmlns:a="http://schemas.openxmlformats.org/drawingml/2006/main" noGrp="1"/>
          </p:cNvSpPr>
          <p:nvPr/>
        </p:nvSpPr>
        <p:spPr>
          <a:xfrm xmlns:a="http://schemas.openxmlformats.org/drawingml/2006/main">
            <a:off x="1828800" y="4352925"/>
            <a:ext cx="9067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00000"/>
                </a:solidFill>
                <a:latin typeface="Trebuchet MS"/>
                <a:ea typeface="Trebuchet MS"/>
                <a:cs typeface="Trebuchet MS"/>
              </a:defRPr>
            </a:defPPr>
          </a:lstStyle>
          <a:p xmlns:a="http://schemas.openxmlformats.org/drawingml/2006/main">
            <a:pPr algn="l">
              <a:defRPr sz="1575" b="1">
                <a:solidFill>
                  <a:srgbClr val="000000"/>
                </a:solidFill>
                <a:latin typeface="Trebuchet MS"/>
                <a:ea typeface="Trebuchet MS"/>
                <a:cs typeface="Trebuchet MS"/>
              </a:defRPr>
            </a:pPr>
            <a:r>
              <a:rPr sz="1575" b="1">
                <a:solidFill>
                  <a:srgbClr val="000000"/>
                </a:solidFill>
                <a:latin typeface="Trebuchet MS"/>
                <a:ea typeface="Trebuchet MS"/>
                <a:cs typeface="Trebuchet MS"/>
              </a:rPr>
              <a:t>Nomic improves Recall@5 by 31.8951 percentage points over stable hash, with higher execution cost.</a:t>
            </a:r>
          </a:p>
        </p:txBody>
      </p:sp>
      <p:sp>
        <p:nvSpPr>
          <p:cNvPr id="142" name="Evidence scope">
            <a:extLst xmlns:a="http://schemas.openxmlformats.org/drawingml/2006/main">
              <a:ext uri="{FF2B5EF4-FFF2-40B4-BE49-F238E27FC236}">
                <a16:creationId xmlns:a16="http://schemas.microsoft.com/office/drawing/2014/main" id="{168BCF0D-6DBE-49A7-8668-5C14213A5280}"/>
              </a:ext>
            </a:extLst>
          </p:cNvPr>
          <p:cNvSpPr>
            <a:spLocks xmlns:a="http://schemas.openxmlformats.org/drawingml/2006/main" noGrp="1"/>
          </p:cNvSpPr>
          <p:nvPr/>
        </p:nvSpPr>
        <p:spPr>
          <a:xfrm xmlns:a="http://schemas.openxmlformats.org/drawingml/2006/main">
            <a:off x="1828800" y="4962525"/>
            <a:ext cx="9067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0000"/>
                </a:solidFill>
                <a:latin typeface="Trebuchet MS"/>
                <a:ea typeface="Trebuchet MS"/>
                <a:cs typeface="Trebuchet MS"/>
              </a:defRPr>
            </a:defPPr>
          </a:lstStyle>
          <a:p xmlns:a="http://schemas.openxmlformats.org/drawingml/2006/main">
            <a:pPr algn="l">
              <a:defRPr sz="1275" b="0">
                <a:solidFill>
                  <a:srgbClr val="000000"/>
                </a:solidFill>
                <a:latin typeface="Trebuchet MS"/>
                <a:ea typeface="Trebuchet MS"/>
                <a:cs typeface="Trebuchet MS"/>
              </a:defRPr>
            </a:pPr>
            <a:r>
              <a:rPr sz="1275" b="0">
                <a:solidFill>
                  <a:srgbClr val="000000"/>
                </a:solidFill>
                <a:latin typeface="Trebuchet MS"/>
                <a:ea typeface="Trebuchet MS"/>
                <a:cs typeface="Trebuchet MS"/>
              </a:rPr>
              <a:t>Saved subset ranking results. They do not establish full PRIMA QA accuracy. JSON / CSV backend fingerprints require reconciliation.</a:t>
            </a:r>
          </a:p>
        </p:txBody>
      </p:sp>
    </p:spTree>
    <p:extLst>
      <p:ext uri="{BB962C8B-B14F-4D97-AF65-F5344CB8AC3E}">
        <p14:creationId xmlns:p14="http://schemas.microsoft.com/office/powerpoint/2010/main" val="40649739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DEA1E96B-AB23-4E91-A3CD-D7478C76D6CF}"/>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Results: memory representation comparison</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A5D74F80-5559-4589-9605-D208F53C4D0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c7d67e62f8e4600">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1E64C609-4F60-4B54-B4F8-37323E8314E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2818A281-81A3-4449-A15E-AD167E5CA72D}"/>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39" name="Review summary">
            <a:extLst xmlns:a="http://schemas.openxmlformats.org/drawingml/2006/main">
              <a:ext uri="{FF2B5EF4-FFF2-40B4-BE49-F238E27FC236}">
                <a16:creationId xmlns:a16="http://schemas.microsoft.com/office/drawing/2014/main" id="{4E36402D-E25E-4818-BCB7-AC36A7A8B762}"/>
              </a:ext>
            </a:extLst>
          </p:cNvPr>
          <p:cNvSpPr>
            <a:spLocks xmlns:a="http://schemas.openxmlformats.org/drawingml/2006/main" noGrp="1"/>
          </p:cNvSpPr>
          <p:nvPr/>
        </p:nvSpPr>
        <p:spPr>
          <a:xfrm xmlns:a="http://schemas.openxmlformats.org/drawingml/2006/main">
            <a:off x="1828800" y="1581150"/>
            <a:ext cx="906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Trebuchet MS"/>
                <a:ea typeface="Trebuchet MS"/>
                <a:cs typeface="Trebuchet MS"/>
              </a:defRPr>
            </a:defPPr>
          </a:lstStyle>
          <a:p xmlns:a="http://schemas.openxmlformats.org/drawingml/2006/main">
            <a:pPr algn="l">
              <a:defRPr sz="1725" b="0">
                <a:solidFill>
                  <a:srgbClr val="000000"/>
                </a:solidFill>
                <a:latin typeface="Trebuchet MS"/>
                <a:ea typeface="Trebuchet MS"/>
                <a:cs typeface="Trebuchet MS"/>
              </a:defRPr>
            </a:pPr>
            <a:r>
              <a:rPr sz="1725" b="0">
                <a:solidFill>
                  <a:srgbClr val="000000"/>
                </a:solidFill>
                <a:latin typeface="Trebuchet MS"/>
                <a:ea typeface="Trebuchet MS"/>
                <a:cs typeface="Trebuchet MS"/>
              </a:rPr>
              <a:t>Separate saved Nomic comparison on the same 197-query subset. Input representation is the variable.</a:t>
            </a:r>
          </a:p>
        </p:txBody>
      </p:sp>
      <p:graphicFrame>
        <p:nvGraphicFramePr>
          <p:cNvPr id="140" name="">
            <a:extLst xmlns:a="http://schemas.openxmlformats.org/drawingml/2006/main">
              <a:ext uri="{FF2B5EF4-FFF2-40B4-BE49-F238E27FC236}">
                <a16:creationId xmlns:a16="http://schemas.microsoft.com/office/drawing/2014/main" id="{8E01FB1B-7D5D-45F4-B908-189930C2683C}"/>
              </a:ext>
            </a:extLst>
          </p:cNvPr>
          <p:cNvGraphicFramePr/>
          <p:nvPr/>
        </p:nvGraphicFramePr>
        <p:xfrm>
          <a:off xmlns:a="http://schemas.openxmlformats.org/drawingml/2006/main" x="1828800" y="2286000"/>
          <a:ext xmlns:a="http://schemas.openxmlformats.org/drawingml/2006/main" cx="9067800" cy="1539240"/>
        </p:xfrm>
        <a:graphic xmlns:a="http://schemas.openxmlformats.org/drawingml/2006/main">
          <a:graphicData uri="http://schemas.openxmlformats.org/drawingml/2006/table">
            <a:tbl>
              <a:tblPr firstRow="1" bandRow="0"/>
              <a:tblGrid>
                <a:gridCol w="2286000"/>
                <a:gridCol w="1695450"/>
                <a:gridCol w="1695450"/>
                <a:gridCol w="1695450"/>
                <a:gridCol w="1695450"/>
              </a:tblGrid>
              <a:tr h="384810">
                <a:tc>
                  <a:txBody>
                    <a:bodyPr wrap="square" lIns="95250" tIns="66675" rIns="95250" bIns="66675">
                      <a:noAutofit/>
                    </a:bodyPr>
                    <a:lstStyle/>
                    <a:p>
                      <a:pPr algn="l"/>
                      <a:r>
                        <a:rPr sz="1500" b="1">
                          <a:solidFill>
                            <a:srgbClr val="000000"/>
                          </a:solidFill>
                          <a:latin typeface="Trebuchet MS"/>
                          <a:ea typeface="Trebuchet MS"/>
                          <a:cs typeface="Trebuchet MS"/>
                        </a:rPr>
                        <a:t>Representation</a:t>
                      </a:r>
                    </a:p>
                  </a:txBody>
                  <a:tcPr marL="95250" marR="95250" marT="66675" marB="66675" anchor="t">
                    <a:solidFill>
                      <a:srgbClr val="FFF2E0"/>
                    </a:solidFill>
                  </a:tcPr>
                </a:tc>
                <a:tc>
                  <a:txBody>
                    <a:bodyPr wrap="square" lIns="95250" tIns="66675" rIns="95250" bIns="66675">
                      <a:noAutofit/>
                    </a:bodyPr>
                    <a:lstStyle/>
                    <a:p>
                      <a:pPr algn="l"/>
                      <a:r>
                        <a:rPr sz="1500" b="1">
                          <a:solidFill>
                            <a:srgbClr val="000000"/>
                          </a:solidFill>
                          <a:latin typeface="Trebuchet MS"/>
                          <a:ea typeface="Trebuchet MS"/>
                          <a:cs typeface="Trebuchet MS"/>
                        </a:rPr>
                        <a:t>Recall@5</a:t>
                      </a:r>
                    </a:p>
                  </a:txBody>
                  <a:tcPr marL="95250" marR="95250" marT="66675" marB="66675" anchor="t">
                    <a:solidFill>
                      <a:srgbClr val="FFF2E0"/>
                    </a:solidFill>
                  </a:tcPr>
                </a:tc>
                <a:tc>
                  <a:txBody>
                    <a:bodyPr wrap="square" lIns="95250" tIns="66675" rIns="95250" bIns="66675">
                      <a:noAutofit/>
                    </a:bodyPr>
                    <a:lstStyle/>
                    <a:p>
                      <a:pPr algn="l"/>
                      <a:r>
                        <a:rPr sz="1500" b="1">
                          <a:solidFill>
                            <a:srgbClr val="000000"/>
                          </a:solidFill>
                          <a:latin typeface="Trebuchet MS"/>
                          <a:ea typeface="Trebuchet MS"/>
                          <a:cs typeface="Trebuchet MS"/>
                        </a:rPr>
                        <a:t>MRR</a:t>
                      </a:r>
                    </a:p>
                  </a:txBody>
                  <a:tcPr marL="95250" marR="95250" marT="66675" marB="66675" anchor="t">
                    <a:solidFill>
                      <a:srgbClr val="FFF2E0"/>
                    </a:solidFill>
                  </a:tcPr>
                </a:tc>
                <a:tc>
                  <a:txBody>
                    <a:bodyPr wrap="square" lIns="95250" tIns="66675" rIns="95250" bIns="66675">
                      <a:noAutofit/>
                    </a:bodyPr>
                    <a:lstStyle/>
                    <a:p>
                      <a:pPr algn="l"/>
                      <a:r>
                        <a:rPr sz="1500" b="1">
                          <a:solidFill>
                            <a:srgbClr val="000000"/>
                          </a:solidFill>
                          <a:latin typeface="Trebuchet MS"/>
                          <a:ea typeface="Trebuchet MS"/>
                          <a:cs typeface="Trebuchet MS"/>
                        </a:rPr>
                        <a:t>Candidate %</a:t>
                      </a:r>
                    </a:p>
                  </a:txBody>
                  <a:tcPr marL="95250" marR="95250" marT="66675" marB="66675" anchor="t">
                    <a:solidFill>
                      <a:srgbClr val="FFF2E0"/>
                    </a:solidFill>
                  </a:tcPr>
                </a:tc>
                <a:tc>
                  <a:txBody>
                    <a:bodyPr wrap="square" lIns="95250" tIns="66675" rIns="95250" bIns="66675">
                      <a:noAutofit/>
                    </a:bodyPr>
                    <a:lstStyle/>
                    <a:p>
                      <a:pPr algn="l"/>
                      <a:r>
                        <a:rPr sz="1500" b="1">
                          <a:solidFill>
                            <a:srgbClr val="000000"/>
                          </a:solidFill>
                          <a:latin typeface="Trebuchet MS"/>
                          <a:ea typeface="Trebuchet MS"/>
                          <a:cs typeface="Trebuchet MS"/>
                        </a:rPr>
                        <a:t>Total s</a:t>
                      </a:r>
                    </a:p>
                  </a:txBody>
                  <a:tcPr marL="95250" marR="95250" marT="66675" marB="66675" anchor="t">
                    <a:solidFill>
                      <a:srgbClr val="FFF2E0"/>
                    </a:solidFill>
                  </a:tcPr>
                </a:tc>
              </a:tr>
              <a:tr h="384810">
                <a:tc>
                  <a:txBody>
                    <a:bodyPr wrap="square" lIns="95250" tIns="66675" rIns="95250" bIns="66675">
                      <a:noAutofit/>
                    </a:bodyPr>
                    <a:lstStyle/>
                    <a:p>
                      <a:pPr algn="l"/>
                      <a:r>
                        <a:rPr sz="1500" b="0">
                          <a:solidFill>
                            <a:srgbClr val="000000"/>
                          </a:solidFill>
                          <a:latin typeface="Trebuchet MS"/>
                          <a:ea typeface="Trebuchet MS"/>
                          <a:cs typeface="Trebuchet MS"/>
                        </a:rPr>
                        <a:t>Raw text</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40.3130%</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0.323311</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71.5736</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26.766301</a:t>
                      </a:r>
                    </a:p>
                  </a:txBody>
                  <a:tcPr marL="95250" marR="95250" marT="66675" marB="66675" anchor="t">
                    <a:solidFill>
                      <a:srgbClr val="FFFFFF"/>
                    </a:solidFill>
                  </a:tcPr>
                </a:tc>
              </a:tr>
              <a:tr h="384810">
                <a:tc>
                  <a:txBody>
                    <a:bodyPr wrap="square" lIns="95250" tIns="66675" rIns="95250" bIns="66675">
                      <a:noAutofit/>
                    </a:bodyPr>
                    <a:lstStyle/>
                    <a:p>
                      <a:pPr algn="l"/>
                      <a:r>
                        <a:rPr sz="1500" b="0">
                          <a:solidFill>
                            <a:srgbClr val="000000"/>
                          </a:solidFill>
                          <a:latin typeface="Trebuchet MS"/>
                          <a:ea typeface="Trebuchet MS"/>
                          <a:cs typeface="Trebuchet MS"/>
                        </a:rPr>
                        <a:t>Semantic</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32.9103%</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0.254356</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69.5431</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46.441355</a:t>
                      </a:r>
                    </a:p>
                  </a:txBody>
                  <a:tcPr marL="95250" marR="95250" marT="66675" marB="66675" anchor="t">
                    <a:solidFill>
                      <a:srgbClr val="FFFFFF"/>
                    </a:solidFill>
                  </a:tcPr>
                </a:tc>
              </a:tr>
              <a:tr h="384810">
                <a:tc>
                  <a:txBody>
                    <a:bodyPr wrap="square" lIns="95250" tIns="66675" rIns="95250" bIns="66675">
                      <a:noAutofit/>
                    </a:bodyPr>
                    <a:lstStyle/>
                    <a:p>
                      <a:pPr algn="l"/>
                      <a:r>
                        <a:rPr sz="1500" b="0">
                          <a:solidFill>
                            <a:srgbClr val="000000"/>
                          </a:solidFill>
                          <a:latin typeface="Trebuchet MS"/>
                          <a:ea typeface="Trebuchet MS"/>
                          <a:cs typeface="Trebuchet MS"/>
                        </a:rPr>
                        <a:t>Event</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35.5753%</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0.268545</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65.4822</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31.707180</a:t>
                      </a:r>
                    </a:p>
                  </a:txBody>
                  <a:tcPr marL="95250" marR="95250" marT="66675" marB="66675" anchor="t">
                    <a:solidFill>
                      <a:srgbClr val="FFFFFF"/>
                    </a:solidFill>
                  </a:tcPr>
                </a:tc>
              </a:tr>
            </a:tbl>
          </a:graphicData>
        </a:graphic>
      </p:graphicFrame>
      <p:sp>
        <p:nvSpPr>
          <p:cNvPr id="141" name="Main takeaway">
            <a:extLst xmlns:a="http://schemas.openxmlformats.org/drawingml/2006/main">
              <a:ext uri="{FF2B5EF4-FFF2-40B4-BE49-F238E27FC236}">
                <a16:creationId xmlns:a16="http://schemas.microsoft.com/office/drawing/2014/main" id="{61C09D1D-7A9E-4AAD-AEF5-EBDD70E343D2}"/>
              </a:ext>
            </a:extLst>
          </p:cNvPr>
          <p:cNvSpPr>
            <a:spLocks xmlns:a="http://schemas.openxmlformats.org/drawingml/2006/main" noGrp="1"/>
          </p:cNvSpPr>
          <p:nvPr/>
        </p:nvSpPr>
        <p:spPr>
          <a:xfrm xmlns:a="http://schemas.openxmlformats.org/drawingml/2006/main">
            <a:off x="1828800" y="3968115"/>
            <a:ext cx="9067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00000"/>
                </a:solidFill>
                <a:latin typeface="Trebuchet MS"/>
                <a:ea typeface="Trebuchet MS"/>
                <a:cs typeface="Trebuchet MS"/>
              </a:defRPr>
            </a:defPPr>
          </a:lstStyle>
          <a:p xmlns:a="http://schemas.openxmlformats.org/drawingml/2006/main">
            <a:pPr algn="l">
              <a:defRPr sz="1575" b="1">
                <a:solidFill>
                  <a:srgbClr val="000000"/>
                </a:solidFill>
                <a:latin typeface="Trebuchet MS"/>
                <a:ea typeface="Trebuchet MS"/>
                <a:cs typeface="Trebuchet MS"/>
              </a:defRPr>
            </a:pPr>
            <a:r>
              <a:rPr sz="1575" b="1">
                <a:solidFill>
                  <a:srgbClr val="000000"/>
                </a:solidFill>
                <a:latin typeface="Trebuchet MS"/>
                <a:ea typeface="Trebuchet MS"/>
                <a:cs typeface="Trebuchet MS"/>
              </a:rPr>
              <a:t>Raw text exceeds semantic by 7.4027 points and event by 4.7377 points of Recall@5 in this subset.</a:t>
            </a:r>
          </a:p>
        </p:txBody>
      </p:sp>
      <p:sp>
        <p:nvSpPr>
          <p:cNvPr id="142" name="Evidence scope">
            <a:extLst xmlns:a="http://schemas.openxmlformats.org/drawingml/2006/main">
              <a:ext uri="{FF2B5EF4-FFF2-40B4-BE49-F238E27FC236}">
                <a16:creationId xmlns:a16="http://schemas.microsoft.com/office/drawing/2014/main" id="{288BF9C2-D33C-499D-9B3B-9C11D163C3B6}"/>
              </a:ext>
            </a:extLst>
          </p:cNvPr>
          <p:cNvSpPr>
            <a:spLocks xmlns:a="http://schemas.openxmlformats.org/drawingml/2006/main" noGrp="1"/>
          </p:cNvSpPr>
          <p:nvPr/>
        </p:nvSpPr>
        <p:spPr>
          <a:xfrm xmlns:a="http://schemas.openxmlformats.org/drawingml/2006/main">
            <a:off x="1828800" y="4577715"/>
            <a:ext cx="9067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0000"/>
                </a:solidFill>
                <a:latin typeface="Trebuchet MS"/>
                <a:ea typeface="Trebuchet MS"/>
                <a:cs typeface="Trebuchet MS"/>
              </a:defRPr>
            </a:defPPr>
          </a:lstStyle>
          <a:p xmlns:a="http://schemas.openxmlformats.org/drawingml/2006/main">
            <a:pPr algn="l">
              <a:defRPr sz="1275" b="0">
                <a:solidFill>
                  <a:srgbClr val="000000"/>
                </a:solidFill>
                <a:latin typeface="Trebuchet MS"/>
                <a:ea typeface="Trebuchet MS"/>
                <a:cs typeface="Trebuchet MS"/>
              </a:defRPr>
            </a:pPr>
            <a:r>
              <a:rPr sz="1275" b="0">
                <a:solidFill>
                  <a:srgbClr val="000000"/>
                </a:solidFill>
                <a:latin typeface="Trebuchet MS"/>
                <a:ea typeface="Trebuchet MS"/>
                <a:cs typeface="Trebuchet MS"/>
              </a:rPr>
              <a:t>Use this to motivate development choices. Generalization and end-to-end answer quality remain unproven.</a:t>
            </a:r>
          </a:p>
        </p:txBody>
      </p:sp>
    </p:spTree>
    <p:extLst>
      <p:ext uri="{BB962C8B-B14F-4D97-AF65-F5344CB8AC3E}">
        <p14:creationId xmlns:p14="http://schemas.microsoft.com/office/powerpoint/2010/main" val="40649739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DEA1E96B-AB23-4E91-A3CD-D7478C76D6CF}"/>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Reported pilot: reliability and quality</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A5D74F80-5559-4589-9605-D208F53C4D0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7ea4d24e2754083">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1E64C609-4F60-4B54-B4F8-37323E8314E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2818A281-81A3-4449-A15E-AD167E5CA72D}"/>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39" name="Review summary">
            <a:extLst xmlns:a="http://schemas.openxmlformats.org/drawingml/2006/main">
              <a:ext uri="{FF2B5EF4-FFF2-40B4-BE49-F238E27FC236}">
                <a16:creationId xmlns:a16="http://schemas.microsoft.com/office/drawing/2014/main" id="{E73A7DF5-1BBD-4190-8DED-890140DBA4DA}"/>
              </a:ext>
            </a:extLst>
          </p:cNvPr>
          <p:cNvSpPr>
            <a:spLocks xmlns:a="http://schemas.openxmlformats.org/drawingml/2006/main" noGrp="1"/>
          </p:cNvSpPr>
          <p:nvPr/>
        </p:nvSpPr>
        <p:spPr>
          <a:xfrm xmlns:a="http://schemas.openxmlformats.org/drawingml/2006/main">
            <a:off x="1828800" y="1581150"/>
            <a:ext cx="906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Trebuchet MS"/>
                <a:ea typeface="Trebuchet MS"/>
                <a:cs typeface="Trebuchet MS"/>
              </a:defRPr>
            </a:defPPr>
          </a:lstStyle>
          <a:p xmlns:a="http://schemas.openxmlformats.org/drawingml/2006/main">
            <a:pPr algn="l">
              <a:defRPr sz="1725" b="0">
                <a:solidFill>
                  <a:srgbClr val="000000"/>
                </a:solidFill>
                <a:latin typeface="Trebuchet MS"/>
                <a:ea typeface="Trebuchet MS"/>
                <a:cs typeface="Trebuchet MS"/>
              </a:defRPr>
            </a:pPr>
            <a:r>
              <a:rPr sz="1725" b="0">
                <a:solidFill>
                  <a:srgbClr val="000000"/>
                </a:solidFill>
                <a:latin typeface="Trebuchet MS"/>
                <a:ea typeface="Trebuchet MS"/>
                <a:cs typeface="Trebuchet MS"/>
              </a:rPr>
              <a:t>Repository-reported LoCoMo pilot, 6 Oct 2026: pinned Qwen3.8 27B, 8,192 context, two T4 GPUs.</a:t>
            </a:r>
          </a:p>
        </p:txBody>
      </p:sp>
      <p:graphicFrame>
        <p:nvGraphicFramePr>
          <p:cNvPr id="140" name="">
            <a:extLst xmlns:a="http://schemas.openxmlformats.org/drawingml/2006/main">
              <a:ext uri="{FF2B5EF4-FFF2-40B4-BE49-F238E27FC236}">
                <a16:creationId xmlns:a16="http://schemas.microsoft.com/office/drawing/2014/main" id="{05DFFCDA-AC51-4BB0-89BE-105F88F2A1CE}"/>
              </a:ext>
            </a:extLst>
          </p:cNvPr>
          <p:cNvGraphicFramePr/>
          <p:nvPr/>
        </p:nvGraphicFramePr>
        <p:xfrm>
          <a:off xmlns:a="http://schemas.openxmlformats.org/drawingml/2006/main" x="1828800" y="2286000"/>
          <a:ext xmlns:a="http://schemas.openxmlformats.org/drawingml/2006/main" cx="9067800" cy="2853690"/>
        </p:xfrm>
        <a:graphic xmlns:a="http://schemas.openxmlformats.org/drawingml/2006/main">
          <a:graphicData uri="http://schemas.openxmlformats.org/drawingml/2006/table">
            <a:tbl>
              <a:tblPr firstRow="1" bandRow="0"/>
              <a:tblGrid>
                <a:gridCol w="2333625"/>
                <a:gridCol w="3238500"/>
                <a:gridCol w="3495675"/>
              </a:tblGrid>
              <a:tr h="384810">
                <a:tc>
                  <a:txBody>
                    <a:bodyPr wrap="square" lIns="95250" tIns="66675" rIns="95250" bIns="66675">
                      <a:noAutofit/>
                    </a:bodyPr>
                    <a:lstStyle/>
                    <a:p>
                      <a:pPr algn="l"/>
                      <a:r>
                        <a:rPr sz="1500" b="1">
                          <a:solidFill>
                            <a:srgbClr val="000000"/>
                          </a:solidFill>
                          <a:latin typeface="Trebuchet MS"/>
                          <a:ea typeface="Trebuchet MS"/>
                          <a:cs typeface="Trebuchet MS"/>
                        </a:rPr>
                        <a:t>Observation</a:t>
                      </a:r>
                    </a:p>
                  </a:txBody>
                  <a:tcPr marL="95250" marR="95250" marT="66675" marB="66675" anchor="t">
                    <a:solidFill>
                      <a:srgbClr val="FFF2E0"/>
                    </a:solidFill>
                  </a:tcPr>
                </a:tc>
                <a:tc>
                  <a:txBody>
                    <a:bodyPr wrap="square" lIns="95250" tIns="66675" rIns="95250" bIns="66675">
                      <a:noAutofit/>
                    </a:bodyPr>
                    <a:lstStyle/>
                    <a:p>
                      <a:pPr algn="l"/>
                      <a:r>
                        <a:rPr sz="1500" b="1">
                          <a:solidFill>
                            <a:srgbClr val="000000"/>
                          </a:solidFill>
                          <a:latin typeface="Trebuchet MS"/>
                          <a:ea typeface="Trebuchet MS"/>
                          <a:cs typeface="Trebuchet MS"/>
                        </a:rPr>
                        <a:t>Reported result</a:t>
                      </a:r>
                    </a:p>
                  </a:txBody>
                  <a:tcPr marL="95250" marR="95250" marT="66675" marB="66675" anchor="t">
                    <a:solidFill>
                      <a:srgbClr val="FFF2E0"/>
                    </a:solidFill>
                  </a:tcPr>
                </a:tc>
                <a:tc>
                  <a:txBody>
                    <a:bodyPr wrap="square" lIns="95250" tIns="66675" rIns="95250" bIns="66675">
                      <a:noAutofit/>
                    </a:bodyPr>
                    <a:lstStyle/>
                    <a:p>
                      <a:pPr algn="l"/>
                      <a:r>
                        <a:rPr sz="1500" b="1">
                          <a:solidFill>
                            <a:srgbClr val="000000"/>
                          </a:solidFill>
                          <a:latin typeface="Trebuchet MS"/>
                          <a:ea typeface="Trebuchet MS"/>
                          <a:cs typeface="Trebuchet MS"/>
                        </a:rPr>
                        <a:t>What it establishes</a:t>
                      </a:r>
                    </a:p>
                  </a:txBody>
                  <a:tcPr marL="95250" marR="95250" marT="66675" marB="66675" anchor="t">
                    <a:solidFill>
                      <a:srgbClr val="FFF2E0"/>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Paired operational pilot</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30 same questions, 0 execution failures</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Maintenance completed on the pilot</a:t>
                      </a:r>
                    </a:p>
                  </a:txBody>
                  <a:tcPr marL="95250" marR="95250" marT="66675" marB="66675" anchor="t">
                    <a:solidFill>
                      <a:srgbClr val="FFFFFF"/>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Concurrency check</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All 30 outputs / evidence / decisions equal</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Two active requests preserved pilot behavior</a:t>
                      </a:r>
                    </a:p>
                  </a:txBody>
                  <a:tcPr marL="95250" marR="95250" marT="66675" marB="66675" anchor="t">
                    <a:solidFill>
                      <a:srgbClr val="FFFFFF"/>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Runtime projection</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9.2202 h campaign; 10.1859 h session</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Full run admission estimate</a:t>
                      </a:r>
                    </a:p>
                  </a:txBody>
                  <a:tcPr marL="95250" marR="95250" marT="66675" marB="66675" anchor="t">
                    <a:solidFill>
                      <a:srgbClr val="FFFFFF"/>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Shared 15-case quality</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F1 15.18% → 14.10%; recall 23.17%</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F1 decreased by 1.08 percentage points</a:t>
                      </a:r>
                    </a:p>
                  </a:txBody>
                  <a:tcPr marL="95250" marR="95250" marT="66675" marB="66675" anchor="t">
                    <a:solidFill>
                      <a:srgbClr val="FFFFFF"/>
                    </a:solidFill>
                  </a:tcPr>
                </a:tc>
              </a:tr>
            </a:tbl>
          </a:graphicData>
        </a:graphic>
      </p:graphicFrame>
      <p:sp>
        <p:nvSpPr>
          <p:cNvPr id="141" name="Main takeaway">
            <a:extLst xmlns:a="http://schemas.openxmlformats.org/drawingml/2006/main">
              <a:ext uri="{FF2B5EF4-FFF2-40B4-BE49-F238E27FC236}">
                <a16:creationId xmlns:a16="http://schemas.microsoft.com/office/drawing/2014/main" id="{4FB2F648-A0FC-4493-931C-93499ED6376B}"/>
              </a:ext>
            </a:extLst>
          </p:cNvPr>
          <p:cNvSpPr>
            <a:spLocks xmlns:a="http://schemas.openxmlformats.org/drawingml/2006/main" noGrp="1"/>
          </p:cNvSpPr>
          <p:nvPr/>
        </p:nvSpPr>
        <p:spPr>
          <a:xfrm xmlns:a="http://schemas.openxmlformats.org/drawingml/2006/main">
            <a:off x="1828800" y="5282565"/>
            <a:ext cx="9067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00000"/>
                </a:solidFill>
                <a:latin typeface="Trebuchet MS"/>
                <a:ea typeface="Trebuchet MS"/>
                <a:cs typeface="Trebuchet MS"/>
              </a:defRPr>
            </a:defPPr>
          </a:lstStyle>
          <a:p xmlns:a="http://schemas.openxmlformats.org/drawingml/2006/main">
            <a:pPr algn="l">
              <a:defRPr sz="1575" b="1">
                <a:solidFill>
                  <a:srgbClr val="000000"/>
                </a:solidFill>
                <a:latin typeface="Trebuchet MS"/>
                <a:ea typeface="Trebuchet MS"/>
                <a:cs typeface="Trebuchet MS"/>
              </a:defRPr>
            </a:pPr>
            <a:r>
              <a:rPr sz="1575" b="1">
                <a:solidFill>
                  <a:srgbClr val="000000"/>
                </a:solidFill>
                <a:latin typeface="Trebuchet MS"/>
                <a:ea typeface="Trebuchet MS"/>
                <a:cs typeface="Trebuchet MS"/>
              </a:rPr>
              <a:t>Operational feasibility is stronger than the current quality evidence. A complete matched campaign remains pending.</a:t>
            </a:r>
          </a:p>
        </p:txBody>
      </p:sp>
      <p:sp>
        <p:nvSpPr>
          <p:cNvPr id="142" name="Evidence scope">
            <a:extLst xmlns:a="http://schemas.openxmlformats.org/drawingml/2006/main">
              <a:ext uri="{FF2B5EF4-FFF2-40B4-BE49-F238E27FC236}">
                <a16:creationId xmlns:a16="http://schemas.microsoft.com/office/drawing/2014/main" id="{B8EB804B-2BC7-4303-8F01-82C495AD2AA9}"/>
              </a:ext>
            </a:extLst>
          </p:cNvPr>
          <p:cNvSpPr>
            <a:spLocks xmlns:a="http://schemas.openxmlformats.org/drawingml/2006/main" noGrp="1"/>
          </p:cNvSpPr>
          <p:nvPr/>
        </p:nvSpPr>
        <p:spPr>
          <a:xfrm xmlns:a="http://schemas.openxmlformats.org/drawingml/2006/main">
            <a:off x="1828800" y="5892165"/>
            <a:ext cx="9067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0000"/>
                </a:solidFill>
                <a:latin typeface="Trebuchet MS"/>
                <a:ea typeface="Trebuchet MS"/>
                <a:cs typeface="Trebuchet MS"/>
              </a:defRPr>
            </a:defPPr>
          </a:lstStyle>
          <a:p xmlns:a="http://schemas.openxmlformats.org/drawingml/2006/main">
            <a:pPr algn="l">
              <a:defRPr sz="1275" b="0">
                <a:solidFill>
                  <a:srgbClr val="000000"/>
                </a:solidFill>
                <a:latin typeface="Trebuchet MS"/>
                <a:ea typeface="Trebuchet MS"/>
                <a:cs typeface="Trebuchet MS"/>
              </a:defRPr>
            </a:pPr>
            <a:r>
              <a:rPr sz="1275" b="0">
                <a:solidFill>
                  <a:srgbClr val="000000"/>
                </a:solidFill>
                <a:latin typeface="Trebuchet MS"/>
                <a:ea typeface="Trebuchet MS"/>
                <a:cs typeface="Trebuchet MS"/>
              </a:rPr>
              <a:t>Reported pilot, not independently rerun here. This is a version comparison, not model-only versus PRIMA.</a:t>
            </a:r>
          </a:p>
        </p:txBody>
      </p:sp>
    </p:spTree>
    <p:extLst>
      <p:ext uri="{BB962C8B-B14F-4D97-AF65-F5344CB8AC3E}">
        <p14:creationId xmlns:p14="http://schemas.microsoft.com/office/powerpoint/2010/main" val="40649739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088006C0-4D38-4989-9548-E26F46AC5CE3}"/>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Single-sample demo: Project Atlas</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AEF6E3E8-D5B4-4B2F-A040-0C9D14A5534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57727f348cc47d1">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E978F92F-8EAF-4C22-86F7-780324E4A208}"/>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3C95936D-1DF3-47BA-9742-779079AEE99A}"/>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66" name="Review summary">
            <a:extLst xmlns:a="http://schemas.openxmlformats.org/drawingml/2006/main">
              <a:ext uri="{FF2B5EF4-FFF2-40B4-BE49-F238E27FC236}">
                <a16:creationId xmlns:a16="http://schemas.microsoft.com/office/drawing/2014/main" id="{C3F50162-D2AF-4AB9-9B5D-F1A1834014C7}"/>
              </a:ext>
            </a:extLst>
          </p:cNvPr>
          <p:cNvSpPr>
            <a:spLocks xmlns:a="http://schemas.openxmlformats.org/drawingml/2006/main" noGrp="1"/>
          </p:cNvSpPr>
          <p:nvPr/>
        </p:nvSpPr>
        <p:spPr>
          <a:xfrm xmlns:a="http://schemas.openxmlformats.org/drawingml/2006/main">
            <a:off x="1828800" y="1581150"/>
            <a:ext cx="906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Trebuchet MS"/>
                <a:ea typeface="Trebuchet MS"/>
                <a:cs typeface="Trebuchet MS"/>
              </a:defRPr>
            </a:defPPr>
          </a:lstStyle>
          <a:p xmlns:a="http://schemas.openxmlformats.org/drawingml/2006/main">
            <a:pPr algn="l">
              <a:defRPr sz="1725" b="0">
                <a:solidFill>
                  <a:srgbClr val="000000"/>
                </a:solidFill>
                <a:latin typeface="Trebuchet MS"/>
                <a:ea typeface="Trebuchet MS"/>
                <a:cs typeface="Trebuchet MS"/>
              </a:defRPr>
            </a:pPr>
            <a:r>
              <a:rPr sz="1725" b="0">
                <a:solidFill>
                  <a:srgbClr val="000000"/>
                </a:solidFill>
                <a:latin typeface="Trebuchet MS"/>
                <a:ea typeface="Trebuchet MS"/>
                <a:cs typeface="Trebuchet MS"/>
              </a:rPr>
              <a:t>Synthetic Project Atlas history exercises multiple routes and one shared QA comparison.</a:t>
            </a:r>
          </a:p>
        </p:txBody>
      </p:sp>
      <p:graphicFrame>
        <p:nvGraphicFramePr>
          <p:cNvPr id="167" name="">
            <a:extLst xmlns:a="http://schemas.openxmlformats.org/drawingml/2006/main">
              <a:ext uri="{FF2B5EF4-FFF2-40B4-BE49-F238E27FC236}">
                <a16:creationId xmlns:a16="http://schemas.microsoft.com/office/drawing/2014/main" id="{331B7E9B-BC93-4AAB-9B81-1D978A4232FB}"/>
              </a:ext>
            </a:extLst>
          </p:cNvPr>
          <p:cNvGraphicFramePr/>
          <p:nvPr/>
        </p:nvGraphicFramePr>
        <p:xfrm>
          <a:off xmlns:a="http://schemas.openxmlformats.org/drawingml/2006/main" x="1828800" y="2286000"/>
          <a:ext xmlns:a="http://schemas.openxmlformats.org/drawingml/2006/main" cx="9067800" cy="3122295"/>
        </p:xfrm>
        <a:graphic xmlns:a="http://schemas.openxmlformats.org/drawingml/2006/main">
          <a:graphicData uri="http://schemas.openxmlformats.org/drawingml/2006/table">
            <a:tbl>
              <a:tblPr firstRow="1" bandRow="0"/>
              <a:tblGrid>
                <a:gridCol w="1238250"/>
                <a:gridCol w="5095875"/>
                <a:gridCol w="2733675"/>
              </a:tblGrid>
              <a:tr h="373190">
                <a:tc>
                  <a:txBody>
                    <a:bodyPr wrap="square" lIns="95250" tIns="66675" rIns="95250" bIns="66675">
                      <a:noAutofit/>
                    </a:bodyPr>
                    <a:lstStyle/>
                    <a:p>
                      <a:pPr algn="l"/>
                      <a:r>
                        <a:rPr sz="1425" b="1">
                          <a:solidFill>
                            <a:srgbClr val="000000"/>
                          </a:solidFill>
                          <a:latin typeface="Trebuchet MS"/>
                          <a:ea typeface="Trebuchet MS"/>
                          <a:cs typeface="Trebuchet MS"/>
                        </a:rPr>
                        <a:t>Source</a:t>
                      </a:r>
                    </a:p>
                  </a:txBody>
                  <a:tcPr marL="95250" marR="95250" marT="66675" marB="66675" anchor="t">
                    <a:solidFill>
                      <a:srgbClr val="FFF2E0"/>
                    </a:solidFill>
                  </a:tcPr>
                </a:tc>
                <a:tc>
                  <a:txBody>
                    <a:bodyPr wrap="square" lIns="95250" tIns="66675" rIns="95250" bIns="66675">
                      <a:noAutofit/>
                    </a:bodyPr>
                    <a:lstStyle/>
                    <a:p>
                      <a:pPr algn="l"/>
                      <a:r>
                        <a:rPr sz="1425" b="1">
                          <a:solidFill>
                            <a:srgbClr val="000000"/>
                          </a:solidFill>
                          <a:latin typeface="Trebuchet MS"/>
                          <a:ea typeface="Trebuchet MS"/>
                          <a:cs typeface="Trebuchet MS"/>
                        </a:rPr>
                        <a:t>Sample record</a:t>
                      </a:r>
                    </a:p>
                  </a:txBody>
                  <a:tcPr marL="95250" marR="95250" marT="66675" marB="66675" anchor="t">
                    <a:solidFill>
                      <a:srgbClr val="FFF2E0"/>
                    </a:solidFill>
                  </a:tcPr>
                </a:tc>
                <a:tc>
                  <a:txBody>
                    <a:bodyPr wrap="square" lIns="95250" tIns="66675" rIns="95250" bIns="66675">
                      <a:noAutofit/>
                    </a:bodyPr>
                    <a:lstStyle/>
                    <a:p>
                      <a:pPr algn="l"/>
                      <a:r>
                        <a:rPr sz="1425" b="1">
                          <a:solidFill>
                            <a:srgbClr val="000000"/>
                          </a:solidFill>
                          <a:latin typeface="Trebuchet MS"/>
                          <a:ea typeface="Trebuchet MS"/>
                          <a:cs typeface="Trebuchet MS"/>
                        </a:rPr>
                        <a:t>Module exercised</a:t>
                      </a:r>
                    </a:p>
                  </a:txBody>
                  <a:tcPr marL="95250" marR="95250" marT="66675" marB="66675" anchor="t">
                    <a:solidFill>
                      <a:srgbClr val="FFF2E0"/>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S1</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Alex works on Atlas. Mira is Alex’s mentor.</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Episodic memory and provenance</a:t>
                      </a:r>
                    </a:p>
                  </a:txBody>
                  <a:tcPr marL="95250" marR="95250" marT="66675" marB="66675" anchor="t">
                    <a:solidFill>
                      <a:srgbClr val="FFFFFF"/>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S2</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Mira’s office is in Pune. Atlas review is every Friday.</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Relations, temporal cues and retrieval</a:t>
                      </a:r>
                    </a:p>
                  </a:txBody>
                  <a:tcPr marL="95250" marR="95250" marT="66675" marB="66675" anchor="t">
                    <a:solidFill>
                      <a:srgbClr val="FFFFFF"/>
                    </a:solidFill>
                  </a:tcPr>
                </a:tc>
              </a:tr>
              <a:tr h="373190">
                <a:tc>
                  <a:txBody>
                    <a:bodyPr wrap="square" lIns="95250" tIns="66675" rIns="95250" bIns="66675">
                      <a:noAutofit/>
                    </a:bodyPr>
                    <a:lstStyle/>
                    <a:p>
                      <a:pPr algn="l"/>
                      <a:r>
                        <a:rPr sz="1425" b="0">
                          <a:solidFill>
                            <a:srgbClr val="000000"/>
                          </a:solidFill>
                          <a:latin typeface="Trebuchet MS"/>
                          <a:ea typeface="Trebuchet MS"/>
                          <a:cs typeface="Trebuchet MS"/>
                        </a:rPr>
                        <a:t>S3</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Alex now prefers concise summaries.</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Preference update and state</a:t>
                      </a:r>
                    </a:p>
                  </a:txBody>
                  <a:tcPr marL="95250" marR="95250" marT="66675" marB="66675" anchor="t">
                    <a:solidFill>
                      <a:srgbClr val="FFFFFF"/>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S4 / S5</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Anxious before completion, excited after local checks.</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Affect, PAD, momentum and admission</a:t>
                      </a:r>
                    </a:p>
                  </a:txBody>
                  <a:tcPr marL="95250" marR="95250" marT="66675" marB="66675" anchor="t">
                    <a:solidFill>
                      <a:srgbClr val="FFFFFF"/>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Distractors</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Beacon mentor in Mumbai, unrelated Atlas brochure.</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Evidence selection and sufficiency</a:t>
                      </a:r>
                    </a:p>
                  </a:txBody>
                  <a:tcPr marL="95250" marR="95250" marT="66675" marB="66675" anchor="t">
                    <a:solidFill>
                      <a:srgbClr val="FFFFFF"/>
                    </a:solidFill>
                  </a:tcPr>
                </a:tc>
              </a:tr>
            </a:tbl>
          </a:graphicData>
        </a:graphic>
      </p:graphicFrame>
      <p:sp>
        <p:nvSpPr>
          <p:cNvPr id="168" name="Main takeaway">
            <a:extLst xmlns:a="http://schemas.openxmlformats.org/drawingml/2006/main">
              <a:ext uri="{FF2B5EF4-FFF2-40B4-BE49-F238E27FC236}">
                <a16:creationId xmlns:a16="http://schemas.microsoft.com/office/drawing/2014/main" id="{59E7F6A1-6EDA-441C-9BF3-E3726F97128C}"/>
              </a:ext>
            </a:extLst>
          </p:cNvPr>
          <p:cNvSpPr>
            <a:spLocks xmlns:a="http://schemas.openxmlformats.org/drawingml/2006/main" noGrp="1"/>
          </p:cNvSpPr>
          <p:nvPr/>
        </p:nvSpPr>
        <p:spPr>
          <a:xfrm xmlns:a="http://schemas.openxmlformats.org/drawingml/2006/main">
            <a:off x="1828800" y="5551170"/>
            <a:ext cx="9067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00000"/>
                </a:solidFill>
                <a:latin typeface="Trebuchet MS"/>
                <a:ea typeface="Trebuchet MS"/>
                <a:cs typeface="Trebuchet MS"/>
              </a:defRPr>
            </a:defPPr>
          </a:lstStyle>
          <a:p xmlns:a="http://schemas.openxmlformats.org/drawingml/2006/main">
            <a:pPr algn="l">
              <a:defRPr sz="1575" b="1">
                <a:solidFill>
                  <a:srgbClr val="000000"/>
                </a:solidFill>
                <a:latin typeface="Trebuchet MS"/>
                <a:ea typeface="Trebuchet MS"/>
                <a:cs typeface="Trebuchet MS"/>
              </a:defRPr>
            </a:pPr>
            <a:r>
              <a:rPr sz="1575" b="1">
                <a:solidFill>
                  <a:srgbClr val="000000"/>
                </a:solidFill>
                <a:latin typeface="Trebuchet MS"/>
                <a:ea typeface="Trebuchet MS"/>
                <a:cs typeface="Trebuchet MS"/>
              </a:rPr>
              <a:t>QA: “Which city is Alex’s Project Atlas mentor based in?” Gold: Pune (S1 + S2).</a:t>
            </a:r>
          </a:p>
        </p:txBody>
      </p:sp>
      <p:sp>
        <p:nvSpPr>
          <p:cNvPr id="169" name="Evidence scope">
            <a:extLst xmlns:a="http://schemas.openxmlformats.org/drawingml/2006/main">
              <a:ext uri="{FF2B5EF4-FFF2-40B4-BE49-F238E27FC236}">
                <a16:creationId xmlns:a16="http://schemas.microsoft.com/office/drawing/2014/main" id="{6A0BD385-A881-4506-9FAE-5B1A87E7A5F3}"/>
              </a:ext>
            </a:extLst>
          </p:cNvPr>
          <p:cNvSpPr>
            <a:spLocks xmlns:a="http://schemas.openxmlformats.org/drawingml/2006/main" noGrp="1"/>
          </p:cNvSpPr>
          <p:nvPr/>
        </p:nvSpPr>
        <p:spPr>
          <a:xfrm xmlns:a="http://schemas.openxmlformats.org/drawingml/2006/main">
            <a:off x="1828800" y="5913120"/>
            <a:ext cx="9067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0000"/>
                </a:solidFill>
                <a:latin typeface="Trebuchet MS"/>
                <a:ea typeface="Trebuchet MS"/>
                <a:cs typeface="Trebuchet MS"/>
              </a:defRPr>
            </a:defPPr>
          </a:lstStyle>
          <a:p xmlns:a="http://schemas.openxmlformats.org/drawingml/2006/main">
            <a:pPr algn="l">
              <a:defRPr sz="1275" b="0">
                <a:solidFill>
                  <a:srgbClr val="000000"/>
                </a:solidFill>
                <a:latin typeface="Trebuchet MS"/>
                <a:ea typeface="Trebuchet MS"/>
                <a:cs typeface="Trebuchet MS"/>
              </a:defRPr>
            </a:pPr>
            <a:r>
              <a:rPr sz="1275" b="0">
                <a:solidFill>
                  <a:srgbClr val="000000"/>
                </a:solidFill>
                <a:latin typeface="Trebuchet MS"/>
                <a:ea typeface="Trebuchet MS"/>
                <a:cs typeface="Trebuchet MS"/>
              </a:rPr>
              <a:t>Proposed demo. Gold remains evaluator-owned. Record verifier failure explicitly.</a:t>
            </a:r>
          </a:p>
        </p:txBody>
      </p:sp>
    </p:spTree>
    <p:extLst>
      <p:ext uri="{BB962C8B-B14F-4D97-AF65-F5344CB8AC3E}">
        <p14:creationId xmlns:p14="http://schemas.microsoft.com/office/powerpoint/2010/main" val="56969335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088006C0-4D38-4989-9548-E26F46AC5CE3}"/>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Demo sequence and visible proof</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AEF6E3E8-D5B4-4B2F-A040-0C9D14A5534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d9b4e1af221435a">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E978F92F-8EAF-4C22-86F7-780324E4A208}"/>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3C95936D-1DF3-47BA-9742-779079AEE99A}"/>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66" name="Review summary">
            <a:extLst xmlns:a="http://schemas.openxmlformats.org/drawingml/2006/main">
              <a:ext uri="{FF2B5EF4-FFF2-40B4-BE49-F238E27FC236}">
                <a16:creationId xmlns:a16="http://schemas.microsoft.com/office/drawing/2014/main" id="{EE477864-2BB1-4086-B8BC-6F4A71720195}"/>
              </a:ext>
            </a:extLst>
          </p:cNvPr>
          <p:cNvSpPr>
            <a:spLocks xmlns:a="http://schemas.openxmlformats.org/drawingml/2006/main" noGrp="1"/>
          </p:cNvSpPr>
          <p:nvPr/>
        </p:nvSpPr>
        <p:spPr>
          <a:xfrm xmlns:a="http://schemas.openxmlformats.org/drawingml/2006/main">
            <a:off x="1828800" y="1581150"/>
            <a:ext cx="9067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Trebuchet MS"/>
                <a:ea typeface="Trebuchet MS"/>
                <a:cs typeface="Trebuchet MS"/>
              </a:defRPr>
            </a:defPPr>
          </a:lstStyle>
          <a:p xmlns:a="http://schemas.openxmlformats.org/drawingml/2006/main">
            <a:pPr algn="l">
              <a:defRPr sz="1725" b="0">
                <a:solidFill>
                  <a:srgbClr val="000000"/>
                </a:solidFill>
                <a:latin typeface="Trebuchet MS"/>
                <a:ea typeface="Trebuchet MS"/>
                <a:cs typeface="Trebuchet MS"/>
              </a:defRPr>
            </a:pPr>
            <a:r>
              <a:rPr sz="1725" b="0">
                <a:solidFill>
                  <a:srgbClr val="000000"/>
                </a:solidFill>
                <a:latin typeface="Trebuchet MS"/>
                <a:ea typeface="Trebuchet MS"/>
                <a:cs typeface="Trebuchet MS"/>
              </a:rPr>
              <a:t>Use a functional track for branch coverage and a real-model track for answer quality.</a:t>
            </a:r>
          </a:p>
        </p:txBody>
      </p:sp>
      <p:graphicFrame>
        <p:nvGraphicFramePr>
          <p:cNvPr id="167" name="">
            <a:extLst xmlns:a="http://schemas.openxmlformats.org/drawingml/2006/main">
              <a:ext uri="{FF2B5EF4-FFF2-40B4-BE49-F238E27FC236}">
                <a16:creationId xmlns:a16="http://schemas.microsoft.com/office/drawing/2014/main" id="{ABB866F5-457D-40AB-9CD7-8AA21235F45A}"/>
              </a:ext>
            </a:extLst>
          </p:cNvPr>
          <p:cNvGraphicFramePr/>
          <p:nvPr/>
        </p:nvGraphicFramePr>
        <p:xfrm>
          <a:off xmlns:a="http://schemas.openxmlformats.org/drawingml/2006/main" x="1828800" y="2019300"/>
          <a:ext xmlns:a="http://schemas.openxmlformats.org/drawingml/2006/main" cx="9067800" cy="3343085"/>
        </p:xfrm>
        <a:graphic xmlns:a="http://schemas.openxmlformats.org/drawingml/2006/main">
          <a:graphicData uri="http://schemas.openxmlformats.org/drawingml/2006/table">
            <a:tbl>
              <a:tblPr firstRow="1" bandRow="0"/>
              <a:tblGrid>
                <a:gridCol w="1762125"/>
                <a:gridCol w="4000500"/>
                <a:gridCol w="3305175"/>
              </a:tblGrid>
              <a:tr h="373190">
                <a:tc>
                  <a:txBody>
                    <a:bodyPr wrap="square" lIns="95250" tIns="66675" rIns="95250" bIns="66675">
                      <a:noAutofit/>
                    </a:bodyPr>
                    <a:lstStyle/>
                    <a:p>
                      <a:pPr algn="l"/>
                      <a:r>
                        <a:rPr sz="1425" b="1">
                          <a:solidFill>
                            <a:srgbClr val="000000"/>
                          </a:solidFill>
                          <a:latin typeface="Trebuchet MS"/>
                          <a:ea typeface="Trebuchet MS"/>
                          <a:cs typeface="Trebuchet MS"/>
                        </a:rPr>
                        <a:t>Stage</a:t>
                      </a:r>
                    </a:p>
                  </a:txBody>
                  <a:tcPr marL="95250" marR="95250" marT="66675" marB="66675" anchor="t">
                    <a:solidFill>
                      <a:srgbClr val="FFF2E0"/>
                    </a:solidFill>
                  </a:tcPr>
                </a:tc>
                <a:tc>
                  <a:txBody>
                    <a:bodyPr wrap="square" lIns="95250" tIns="66675" rIns="95250" bIns="66675">
                      <a:noAutofit/>
                    </a:bodyPr>
                    <a:lstStyle/>
                    <a:p>
                      <a:pPr algn="l"/>
                      <a:r>
                        <a:rPr sz="1425" b="1">
                          <a:solidFill>
                            <a:srgbClr val="000000"/>
                          </a:solidFill>
                          <a:latin typeface="Trebuchet MS"/>
                          <a:ea typeface="Trebuchet MS"/>
                          <a:cs typeface="Trebuchet MS"/>
                        </a:rPr>
                        <a:t>Actions in the same scenario</a:t>
                      </a:r>
                    </a:p>
                  </a:txBody>
                  <a:tcPr marL="95250" marR="95250" marT="66675" marB="66675" anchor="t">
                    <a:solidFill>
                      <a:srgbClr val="FFF2E0"/>
                    </a:solidFill>
                  </a:tcPr>
                </a:tc>
                <a:tc>
                  <a:txBody>
                    <a:bodyPr wrap="square" lIns="95250" tIns="66675" rIns="95250" bIns="66675">
                      <a:noAutofit/>
                    </a:bodyPr>
                    <a:lstStyle/>
                    <a:p>
                      <a:pPr algn="l"/>
                      <a:r>
                        <a:rPr sz="1425" b="1">
                          <a:solidFill>
                            <a:srgbClr val="000000"/>
                          </a:solidFill>
                          <a:latin typeface="Trebuchet MS"/>
                          <a:ea typeface="Trebuchet MS"/>
                          <a:cs typeface="Trebuchet MS"/>
                        </a:rPr>
                        <a:t>Evidence on screen</a:t>
                      </a:r>
                    </a:p>
                  </a:txBody>
                  <a:tcPr marL="95250" marR="95250" marT="66675" marB="66675" anchor="t">
                    <a:solidFill>
                      <a:srgbClr val="FFF2E0"/>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Setup / history</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Fresh stores; invalid route; ingest / replay S1–S5</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Manifest, rejection, PAD and admission</a:t>
                      </a:r>
                    </a:p>
                  </a:txBody>
                  <a:tcPr marL="95250" marR="95250" marT="66675" marB="66675" anchor="t">
                    <a:solidFill>
                      <a:srgbClr val="FFFFFF"/>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Paired QA / retrieval</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Run identical QA in three fresh profiles</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Answer, sources, candidates and fused scores</a:t>
                      </a:r>
                    </a:p>
                  </a:txBody>
                  <a:tcPr marL="95250" marR="95250" marT="66675" marB="66675" anchor="t">
                    <a:solidFill>
                      <a:srgbClr val="FFFFFF"/>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Cognition / reflection</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Inspect plan / uncertainty; trigger correction</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Budget, advice and before / after outcome</a:t>
                      </a:r>
                    </a:p>
                  </a:txBody>
                  <a:tcPr marL="95250" marR="95250" marT="66675" marB="66675" anchor="t">
                    <a:solidFill>
                      <a:srgbClr val="FFFFFF"/>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Tools / output</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Harmless local handler; valid / blocked / malformed cases</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Typed result, policy audit and explicit failure</a:t>
                      </a:r>
                    </a:p>
                  </a:txBody>
                  <a:tcPr marL="95250" marR="95250" marT="66675" marB="66675" anchor="t">
                    <a:solidFill>
                      <a:srgbClr val="FFFFFF"/>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Commit / export</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Inspect state version, await barrier, save bundle</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Completed / failed work and reproducible traces</a:t>
                      </a:r>
                    </a:p>
                  </a:txBody>
                  <a:tcPr marL="95250" marR="95250" marT="66675" marB="66675" anchor="t">
                    <a:solidFill>
                      <a:srgbClr val="FFFFFF"/>
                    </a:solidFill>
                  </a:tcPr>
                </a:tc>
              </a:tr>
            </a:tbl>
          </a:graphicData>
        </a:graphic>
      </p:graphicFrame>
      <p:sp>
        <p:nvSpPr>
          <p:cNvPr id="168" name="Main takeaway">
            <a:extLst xmlns:a="http://schemas.openxmlformats.org/drawingml/2006/main">
              <a:ext uri="{FF2B5EF4-FFF2-40B4-BE49-F238E27FC236}">
                <a16:creationId xmlns:a16="http://schemas.microsoft.com/office/drawing/2014/main" id="{F393829C-27D5-46FF-9D75-760B3F1023A6}"/>
              </a:ext>
            </a:extLst>
          </p:cNvPr>
          <p:cNvSpPr>
            <a:spLocks xmlns:a="http://schemas.openxmlformats.org/drawingml/2006/main" noGrp="1"/>
          </p:cNvSpPr>
          <p:nvPr/>
        </p:nvSpPr>
        <p:spPr>
          <a:xfrm xmlns:a="http://schemas.openxmlformats.org/drawingml/2006/main">
            <a:off x="1828800" y="5505260"/>
            <a:ext cx="9067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00000"/>
                </a:solidFill>
                <a:latin typeface="Trebuchet MS"/>
                <a:ea typeface="Trebuchet MS"/>
                <a:cs typeface="Trebuchet MS"/>
              </a:defRPr>
            </a:defPPr>
          </a:lstStyle>
          <a:p xmlns:a="http://schemas.openxmlformats.org/drawingml/2006/main">
            <a:pPr algn="l">
              <a:defRPr sz="1575" b="1">
                <a:solidFill>
                  <a:srgbClr val="000000"/>
                </a:solidFill>
                <a:latin typeface="Trebuchet MS"/>
                <a:ea typeface="Trebuchet MS"/>
                <a:cs typeface="Trebuchet MS"/>
              </a:defRPr>
            </a:pPr>
            <a:r>
              <a:rPr sz="1575" b="1">
                <a:solidFill>
                  <a:srgbClr val="000000"/>
                </a:solidFill>
                <a:latin typeface="Trebuchet MS"/>
                <a:ea typeface="Trebuchet MS"/>
                <a:cs typeface="Trebuchet MS"/>
              </a:rPr>
              <a:t>Show actual executed-component traces. Label injected faults and scripted functional outputs explicitly.</a:t>
            </a:r>
          </a:p>
        </p:txBody>
      </p:sp>
    </p:spTree>
    <p:extLst>
      <p:ext uri="{BB962C8B-B14F-4D97-AF65-F5344CB8AC3E}">
        <p14:creationId xmlns:p14="http://schemas.microsoft.com/office/powerpoint/2010/main" val="56969335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088006C0-4D38-4989-9548-E26F46AC5CE3}"/>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Fair comparison and current status</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AEF6E3E8-D5B4-4B2F-A040-0C9D14A5534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4373dd2ed894928">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E978F92F-8EAF-4C22-86F7-780324E4A208}"/>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3C95936D-1DF3-47BA-9742-779079AEE99A}"/>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66" name="Review summary">
            <a:extLst xmlns:a="http://schemas.openxmlformats.org/drawingml/2006/main">
              <a:ext uri="{FF2B5EF4-FFF2-40B4-BE49-F238E27FC236}">
                <a16:creationId xmlns:a16="http://schemas.microsoft.com/office/drawing/2014/main" id="{47049A4A-DB9B-4189-BA45-180C846C749A}"/>
              </a:ext>
            </a:extLst>
          </p:cNvPr>
          <p:cNvSpPr>
            <a:spLocks xmlns:a="http://schemas.openxmlformats.org/drawingml/2006/main" noGrp="1"/>
          </p:cNvSpPr>
          <p:nvPr/>
        </p:nvSpPr>
        <p:spPr>
          <a:xfrm xmlns:a="http://schemas.openxmlformats.org/drawingml/2006/main">
            <a:off x="1828800" y="1581150"/>
            <a:ext cx="906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Trebuchet MS"/>
                <a:ea typeface="Trebuchet MS"/>
                <a:cs typeface="Trebuchet MS"/>
              </a:defRPr>
            </a:defPPr>
          </a:lstStyle>
          <a:p xmlns:a="http://schemas.openxmlformats.org/drawingml/2006/main">
            <a:pPr algn="l">
              <a:defRPr sz="1725" b="0">
                <a:solidFill>
                  <a:srgbClr val="000000"/>
                </a:solidFill>
                <a:latin typeface="Trebuchet MS"/>
                <a:ea typeface="Trebuchet MS"/>
                <a:cs typeface="Trebuchet MS"/>
              </a:defRPr>
            </a:pPr>
            <a:r>
              <a:rPr sz="1725" b="0">
                <a:solidFill>
                  <a:srgbClr val="000000"/>
                </a:solidFill>
                <a:latin typeface="Trebuchet MS"/>
                <a:ea typeface="Trebuchet MS"/>
                <a:cs typeface="Trebuchet MS"/>
              </a:rPr>
              <a:t>Fix model/revision, sample order, seed, context, generation settings, scorer and observation boundary.</a:t>
            </a:r>
          </a:p>
        </p:txBody>
      </p:sp>
      <p:graphicFrame>
        <p:nvGraphicFramePr>
          <p:cNvPr id="167" name="">
            <a:extLst xmlns:a="http://schemas.openxmlformats.org/drawingml/2006/main">
              <a:ext uri="{FF2B5EF4-FFF2-40B4-BE49-F238E27FC236}">
                <a16:creationId xmlns:a16="http://schemas.microsoft.com/office/drawing/2014/main" id="{35A21F6F-609E-4244-AD25-B0EAC90CBE63}"/>
              </a:ext>
            </a:extLst>
          </p:cNvPr>
          <p:cNvGraphicFramePr/>
          <p:nvPr/>
        </p:nvGraphicFramePr>
        <p:xfrm>
          <a:off xmlns:a="http://schemas.openxmlformats.org/drawingml/2006/main" x="1828800" y="2286000"/>
          <a:ext xmlns:a="http://schemas.openxmlformats.org/drawingml/2006/main" cx="9067800" cy="2853690"/>
        </p:xfrm>
        <a:graphic xmlns:a="http://schemas.openxmlformats.org/drawingml/2006/main">
          <a:graphicData uri="http://schemas.openxmlformats.org/drawingml/2006/table">
            <a:tbl>
              <a:tblPr firstRow="1" bandRow="0"/>
              <a:tblGrid>
                <a:gridCol w="2190750"/>
                <a:gridCol w="3762375"/>
                <a:gridCol w="3114675"/>
              </a:tblGrid>
              <a:tr h="384810">
                <a:tc>
                  <a:txBody>
                    <a:bodyPr wrap="square" lIns="95250" tIns="66675" rIns="95250" bIns="66675">
                      <a:noAutofit/>
                    </a:bodyPr>
                    <a:lstStyle/>
                    <a:p>
                      <a:pPr algn="l"/>
                      <a:r>
                        <a:rPr sz="1500" b="1">
                          <a:solidFill>
                            <a:srgbClr val="000000"/>
                          </a:solidFill>
                          <a:latin typeface="Trebuchet MS"/>
                          <a:ea typeface="Trebuchet MS"/>
                          <a:cs typeface="Trebuchet MS"/>
                        </a:rPr>
                        <a:t>Variant</a:t>
                      </a:r>
                    </a:p>
                  </a:txBody>
                  <a:tcPr marL="95250" marR="95250" marT="66675" marB="66675" anchor="t">
                    <a:solidFill>
                      <a:srgbClr val="FFF2E0"/>
                    </a:solidFill>
                  </a:tcPr>
                </a:tc>
                <a:tc>
                  <a:txBody>
                    <a:bodyPr wrap="square" lIns="95250" tIns="66675" rIns="95250" bIns="66675">
                      <a:noAutofit/>
                    </a:bodyPr>
                    <a:lstStyle/>
                    <a:p>
                      <a:pPr algn="l"/>
                      <a:r>
                        <a:rPr sz="1500" b="1">
                          <a:solidFill>
                            <a:srgbClr val="000000"/>
                          </a:solidFill>
                          <a:latin typeface="Trebuchet MS"/>
                          <a:ea typeface="Trebuchet MS"/>
                          <a:cs typeface="Trebuchet MS"/>
                        </a:rPr>
                        <a:t>Declared evidence access</a:t>
                      </a:r>
                    </a:p>
                  </a:txBody>
                  <a:tcPr marL="95250" marR="95250" marT="66675" marB="66675" anchor="t">
                    <a:solidFill>
                      <a:srgbClr val="FFF2E0"/>
                    </a:solidFill>
                  </a:tcPr>
                </a:tc>
                <a:tc>
                  <a:txBody>
                    <a:bodyPr wrap="square" lIns="95250" tIns="66675" rIns="95250" bIns="66675">
                      <a:noAutofit/>
                    </a:bodyPr>
                    <a:lstStyle/>
                    <a:p>
                      <a:pPr algn="l"/>
                      <a:r>
                        <a:rPr sz="1500" b="1">
                          <a:solidFill>
                            <a:srgbClr val="000000"/>
                          </a:solidFill>
                          <a:latin typeface="Trebuchet MS"/>
                          <a:ea typeface="Trebuchet MS"/>
                          <a:cs typeface="Trebuchet MS"/>
                        </a:rPr>
                        <a:t>Scores / cost status</a:t>
                      </a:r>
                    </a:p>
                  </a:txBody>
                  <a:tcPr marL="95250" marR="95250" marT="66675" marB="66675" anchor="t">
                    <a:solidFill>
                      <a:srgbClr val="FFF2E0"/>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Model-only</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No retrieval; declare supplied context</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Answer, EM/F1, calls, tokens, latency: pending</a:t>
                      </a:r>
                    </a:p>
                  </a:txBody>
                  <a:tcPr marL="95250" marR="95250" marT="66675" marB="66675" anchor="t">
                    <a:solidFill>
                      <a:srgbClr val="FFFFFF"/>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Simple RAG</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Same fixed source store for retrieval</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Answer, source recall and cost: pending</a:t>
                      </a:r>
                    </a:p>
                  </a:txBody>
                  <a:tcPr marL="95250" marR="95250" marT="66675" marB="66675" anchor="t">
                    <a:solidFill>
                      <a:srgbClr val="FFFFFF"/>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Full PRIMA</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Same source opportunity, routed controllers</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Quality, correction help/harm and cost: pending</a:t>
                      </a:r>
                    </a:p>
                  </a:txBody>
                  <a:tcPr marL="95250" marR="95250" marT="66675" marB="66675" anchor="t">
                    <a:solidFill>
                      <a:srgbClr val="FFFFFF"/>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Targeted ablation</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Disable one feature, hold others fixed</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Affect / graph / reflection contribution: pending</a:t>
                      </a:r>
                    </a:p>
                  </a:txBody>
                  <a:tcPr marL="95250" marR="95250" marT="66675" marB="66675" anchor="t">
                    <a:solidFill>
                      <a:srgbClr val="FFFFFF"/>
                    </a:solidFill>
                  </a:tcPr>
                </a:tc>
              </a:tr>
            </a:tbl>
          </a:graphicData>
        </a:graphic>
      </p:graphicFrame>
      <p:sp>
        <p:nvSpPr>
          <p:cNvPr id="168" name="Main takeaway">
            <a:extLst xmlns:a="http://schemas.openxmlformats.org/drawingml/2006/main">
              <a:ext uri="{FF2B5EF4-FFF2-40B4-BE49-F238E27FC236}">
                <a16:creationId xmlns:a16="http://schemas.microsoft.com/office/drawing/2014/main" id="{16268E62-A61B-4202-833C-DC399AAA9501}"/>
              </a:ext>
            </a:extLst>
          </p:cNvPr>
          <p:cNvSpPr>
            <a:spLocks xmlns:a="http://schemas.openxmlformats.org/drawingml/2006/main" noGrp="1"/>
          </p:cNvSpPr>
          <p:nvPr/>
        </p:nvSpPr>
        <p:spPr>
          <a:xfrm xmlns:a="http://schemas.openxmlformats.org/drawingml/2006/main">
            <a:off x="1828800" y="5282565"/>
            <a:ext cx="9067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00000"/>
                </a:solidFill>
                <a:latin typeface="Trebuchet MS"/>
                <a:ea typeface="Trebuchet MS"/>
                <a:cs typeface="Trebuchet MS"/>
              </a:defRPr>
            </a:defPPr>
          </a:lstStyle>
          <a:p xmlns:a="http://schemas.openxmlformats.org/drawingml/2006/main">
            <a:pPr algn="l">
              <a:defRPr sz="1575" b="1">
                <a:solidFill>
                  <a:srgbClr val="000000"/>
                </a:solidFill>
                <a:latin typeface="Trebuchet MS"/>
                <a:ea typeface="Trebuchet MS"/>
                <a:cs typeface="Trebuchet MS"/>
              </a:defRPr>
            </a:pPr>
            <a:r>
              <a:rPr sz="1575" b="1">
                <a:solidFill>
                  <a:srgbClr val="000000"/>
                </a:solidFill>
                <a:latin typeface="Trebuchet MS"/>
                <a:ea typeface="Trebuchet MS"/>
                <a:cs typeface="Trebuchet MS"/>
              </a:rPr>
              <a:t>Reset state between variants. Separate fixed-store retrieval from memory formation and a full-history baseline.</a:t>
            </a:r>
          </a:p>
        </p:txBody>
      </p:sp>
    </p:spTree>
    <p:extLst>
      <p:ext uri="{BB962C8B-B14F-4D97-AF65-F5344CB8AC3E}">
        <p14:creationId xmlns:p14="http://schemas.microsoft.com/office/powerpoint/2010/main" val="56969335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088006C0-4D38-4989-9548-E26F46AC5CE3}"/>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Testing, metrics and module completion</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AEF6E3E8-D5B4-4B2F-A040-0C9D14A5534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ad7feab972f472d">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E978F92F-8EAF-4C22-86F7-780324E4A208}"/>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3C95936D-1DF3-47BA-9742-779079AEE99A}"/>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66" name="Review summary">
            <a:extLst xmlns:a="http://schemas.openxmlformats.org/drawingml/2006/main">
              <a:ext uri="{FF2B5EF4-FFF2-40B4-BE49-F238E27FC236}">
                <a16:creationId xmlns:a16="http://schemas.microsoft.com/office/drawing/2014/main" id="{29D0398B-02FC-4ECB-B213-0C3BCBAC470C}"/>
              </a:ext>
            </a:extLst>
          </p:cNvPr>
          <p:cNvSpPr>
            <a:spLocks xmlns:a="http://schemas.openxmlformats.org/drawingml/2006/main" noGrp="1"/>
          </p:cNvSpPr>
          <p:nvPr/>
        </p:nvSpPr>
        <p:spPr>
          <a:xfrm xmlns:a="http://schemas.openxmlformats.org/drawingml/2006/main">
            <a:off x="1828800" y="1581150"/>
            <a:ext cx="906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Trebuchet MS"/>
                <a:ea typeface="Trebuchet MS"/>
                <a:cs typeface="Trebuchet MS"/>
              </a:defRPr>
            </a:defPPr>
          </a:lstStyle>
          <a:p xmlns:a="http://schemas.openxmlformats.org/drawingml/2006/main">
            <a:pPr algn="l">
              <a:defRPr sz="1725" b="0">
                <a:solidFill>
                  <a:srgbClr val="000000"/>
                </a:solidFill>
                <a:latin typeface="Trebuchet MS"/>
                <a:ea typeface="Trebuchet MS"/>
                <a:cs typeface="Trebuchet MS"/>
              </a:defRPr>
            </a:pPr>
            <a:r>
              <a:rPr sz="1725" b="0">
                <a:solidFill>
                  <a:srgbClr val="000000"/>
                </a:solidFill>
                <a:latin typeface="Trebuchet MS"/>
                <a:ea typeface="Trebuchet MS"/>
                <a:cs typeface="Trebuchet MS"/>
              </a:rPr>
              <a:t>Fresh focused run on 10 Oct 2026: 25 tests passed in 1.87 s. The broader selected run did not complete.</a:t>
            </a:r>
          </a:p>
        </p:txBody>
      </p:sp>
      <p:graphicFrame>
        <p:nvGraphicFramePr>
          <p:cNvPr id="167" name="">
            <a:extLst xmlns:a="http://schemas.openxmlformats.org/drawingml/2006/main">
              <a:ext uri="{FF2B5EF4-FFF2-40B4-BE49-F238E27FC236}">
                <a16:creationId xmlns:a16="http://schemas.microsoft.com/office/drawing/2014/main" id="{9D53C158-C5AC-4D45-8C00-A26A9AF7EAFF}"/>
              </a:ext>
            </a:extLst>
          </p:cNvPr>
          <p:cNvGraphicFramePr/>
          <p:nvPr/>
        </p:nvGraphicFramePr>
        <p:xfrm>
          <a:off xmlns:a="http://schemas.openxmlformats.org/drawingml/2006/main" x="1828800" y="2286000"/>
          <a:ext xmlns:a="http://schemas.openxmlformats.org/drawingml/2006/main" cx="9067800" cy="2853690"/>
        </p:xfrm>
        <a:graphic xmlns:a="http://schemas.openxmlformats.org/drawingml/2006/main">
          <a:graphicData uri="http://schemas.openxmlformats.org/drawingml/2006/table">
            <a:tbl>
              <a:tblPr firstRow="1" bandRow="0"/>
              <a:tblGrid>
                <a:gridCol w="2381250"/>
                <a:gridCol w="3257550"/>
                <a:gridCol w="3429000"/>
              </a:tblGrid>
              <a:tr h="384810">
                <a:tc>
                  <a:txBody>
                    <a:bodyPr wrap="square" lIns="95250" tIns="66675" rIns="95250" bIns="66675">
                      <a:noAutofit/>
                    </a:bodyPr>
                    <a:lstStyle/>
                    <a:p>
                      <a:pPr algn="l"/>
                      <a:r>
                        <a:rPr sz="1500" b="1">
                          <a:solidFill>
                            <a:srgbClr val="000000"/>
                          </a:solidFill>
                          <a:latin typeface="Trebuchet MS"/>
                          <a:ea typeface="Trebuchet MS"/>
                          <a:cs typeface="Trebuchet MS"/>
                        </a:rPr>
                        <a:t>Module group</a:t>
                      </a:r>
                    </a:p>
                  </a:txBody>
                  <a:tcPr marL="95250" marR="95250" marT="66675" marB="66675" anchor="t">
                    <a:solidFill>
                      <a:srgbClr val="FFF2E0"/>
                    </a:solidFill>
                  </a:tcPr>
                </a:tc>
                <a:tc>
                  <a:txBody>
                    <a:bodyPr wrap="square" lIns="95250" tIns="66675" rIns="95250" bIns="66675">
                      <a:noAutofit/>
                    </a:bodyPr>
                    <a:lstStyle/>
                    <a:p>
                      <a:pPr algn="l"/>
                      <a:r>
                        <a:rPr sz="1500" b="1">
                          <a:solidFill>
                            <a:srgbClr val="000000"/>
                          </a:solidFill>
                          <a:latin typeface="Trebuchet MS"/>
                          <a:ea typeface="Trebuchet MS"/>
                          <a:cs typeface="Trebuchet MS"/>
                        </a:rPr>
                        <a:t>Current evidence</a:t>
                      </a:r>
                    </a:p>
                  </a:txBody>
                  <a:tcPr marL="95250" marR="95250" marT="66675" marB="66675" anchor="t">
                    <a:solidFill>
                      <a:srgbClr val="FFF2E0"/>
                    </a:solidFill>
                  </a:tcPr>
                </a:tc>
                <a:tc>
                  <a:txBody>
                    <a:bodyPr wrap="square" lIns="95250" tIns="66675" rIns="95250" bIns="66675">
                      <a:noAutofit/>
                    </a:bodyPr>
                    <a:lstStyle/>
                    <a:p>
                      <a:pPr algn="l"/>
                      <a:r>
                        <a:rPr sz="1500" b="1">
                          <a:solidFill>
                            <a:srgbClr val="000000"/>
                          </a:solidFill>
                          <a:latin typeface="Trebuchet MS"/>
                          <a:ea typeface="Trebuchet MS"/>
                          <a:cs typeface="Trebuchet MS"/>
                        </a:rPr>
                        <a:t>Remaining validation</a:t>
                      </a:r>
                    </a:p>
                  </a:txBody>
                  <a:tcPr marL="95250" marR="95250" marT="66675" marB="66675" anchor="t">
                    <a:solidFill>
                      <a:srgbClr val="FFF2E0"/>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Runtime / state / memory</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Contracts, route and admission tests</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Fresh route sweep, isolation and persistence</a:t>
                      </a:r>
                    </a:p>
                  </a:txBody>
                  <a:tcPr marL="95250" marR="95250" marT="66675" marB="66675" anchor="t">
                    <a:solidFill>
                      <a:srgbClr val="FFFFFF"/>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Affect / retrieval / graph</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Focused tests and saved subset metrics</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Held-out QA, classification and graph consistency</a:t>
                      </a:r>
                    </a:p>
                  </a:txBody>
                  <a:tcPr marL="95250" marR="95250" marT="66675" marB="66675" anchor="t">
                    <a:solidFill>
                      <a:srgbClr val="FFFFFF"/>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Planning / world / reflection</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Heuristic, symbolic and branch assertions</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Calibration and measured correction help/harm</a:t>
                      </a:r>
                    </a:p>
                  </a:txBody>
                  <a:tcPr marL="95250" marR="95250" marT="66675" marB="66675" anchor="t">
                    <a:solidFill>
                      <a:srgbClr val="FFFFFF"/>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Tools / generation / maintenance</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Policy, schema, queue and barrier tests</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Real handler guarantees and crash recovery</a:t>
                      </a:r>
                    </a:p>
                  </a:txBody>
                  <a:tcPr marL="95250" marR="95250" marT="66675" marB="66675" anchor="t">
                    <a:solidFill>
                      <a:srgbClr val="FFFFFF"/>
                    </a:solidFill>
                  </a:tcPr>
                </a:tc>
              </a:tr>
            </a:tbl>
          </a:graphicData>
        </a:graphic>
      </p:graphicFrame>
      <p:sp>
        <p:nvSpPr>
          <p:cNvPr id="168" name="Main takeaway">
            <a:extLst xmlns:a="http://schemas.openxmlformats.org/drawingml/2006/main">
              <a:ext uri="{FF2B5EF4-FFF2-40B4-BE49-F238E27FC236}">
                <a16:creationId xmlns:a16="http://schemas.microsoft.com/office/drawing/2014/main" id="{2A17FF2C-FD96-47AF-B48C-E5D03A58A395}"/>
              </a:ext>
            </a:extLst>
          </p:cNvPr>
          <p:cNvSpPr>
            <a:spLocks xmlns:a="http://schemas.openxmlformats.org/drawingml/2006/main" noGrp="1"/>
          </p:cNvSpPr>
          <p:nvPr/>
        </p:nvSpPr>
        <p:spPr>
          <a:xfrm xmlns:a="http://schemas.openxmlformats.org/drawingml/2006/main">
            <a:off x="1828800" y="5282565"/>
            <a:ext cx="9067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00000"/>
                </a:solidFill>
                <a:latin typeface="Trebuchet MS"/>
                <a:ea typeface="Trebuchet MS"/>
                <a:cs typeface="Trebuchet MS"/>
              </a:defRPr>
            </a:defPPr>
          </a:lstStyle>
          <a:p xmlns:a="http://schemas.openxmlformats.org/drawingml/2006/main">
            <a:pPr algn="l">
              <a:defRPr sz="1575" b="1">
                <a:solidFill>
                  <a:srgbClr val="000000"/>
                </a:solidFill>
                <a:latin typeface="Trebuchet MS"/>
                <a:ea typeface="Trebuchet MS"/>
                <a:cs typeface="Trebuchet MS"/>
              </a:defRPr>
            </a:pPr>
            <a:r>
              <a:rPr sz="1575" b="1">
                <a:solidFill>
                  <a:srgbClr val="000000"/>
                </a:solidFill>
                <a:latin typeface="Trebuchet MS"/>
                <a:ea typeface="Trebuchet MS"/>
                <a:cs typeface="Trebuchet MS"/>
              </a:rPr>
              <a:t>Metrics: EM/F1, Recall@k/MRR/nDCG, emotion F1, abstention/error, calls/tokens/time and memory growth.</a:t>
            </a:r>
          </a:p>
        </p:txBody>
      </p:sp>
      <p:sp>
        <p:nvSpPr>
          <p:cNvPr id="169" name="Evidence scope">
            <a:extLst xmlns:a="http://schemas.openxmlformats.org/drawingml/2006/main">
              <a:ext uri="{FF2B5EF4-FFF2-40B4-BE49-F238E27FC236}">
                <a16:creationId xmlns:a16="http://schemas.microsoft.com/office/drawing/2014/main" id="{B9A1E1D7-0513-4B21-B574-9C75CBE6781C}"/>
              </a:ext>
            </a:extLst>
          </p:cNvPr>
          <p:cNvSpPr>
            <a:spLocks xmlns:a="http://schemas.openxmlformats.org/drawingml/2006/main" noGrp="1"/>
          </p:cNvSpPr>
          <p:nvPr/>
        </p:nvSpPr>
        <p:spPr>
          <a:xfrm xmlns:a="http://schemas.openxmlformats.org/drawingml/2006/main">
            <a:off x="1828800" y="5892165"/>
            <a:ext cx="9067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0000"/>
                </a:solidFill>
                <a:latin typeface="Trebuchet MS"/>
                <a:ea typeface="Trebuchet MS"/>
                <a:cs typeface="Trebuchet MS"/>
              </a:defRPr>
            </a:defPPr>
          </a:lstStyle>
          <a:p xmlns:a="http://schemas.openxmlformats.org/drawingml/2006/main">
            <a:pPr algn="l">
              <a:defRPr sz="1275" b="0">
                <a:solidFill>
                  <a:srgbClr val="000000"/>
                </a:solidFill>
                <a:latin typeface="Trebuchet MS"/>
                <a:ea typeface="Trebuchet MS"/>
                <a:cs typeface="Trebuchet MS"/>
              </a:defRPr>
            </a:pPr>
            <a:r>
              <a:rPr sz="1275" b="0">
                <a:solidFill>
                  <a:srgbClr val="000000"/>
                </a:solidFill>
                <a:latin typeface="Trebuchet MS"/>
                <a:ea typeface="Trebuchet MS"/>
                <a:cs typeface="Trebuchet MS"/>
              </a:rPr>
              <a:t>No new whole-suite pass or demonstrated 50% coverage is claimed. Count rehearsed modules with actual artifacts.</a:t>
            </a:r>
          </a:p>
        </p:txBody>
      </p:sp>
    </p:spTree>
    <p:extLst>
      <p:ext uri="{BB962C8B-B14F-4D97-AF65-F5344CB8AC3E}">
        <p14:creationId xmlns:p14="http://schemas.microsoft.com/office/powerpoint/2010/main" val="56969335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2AA84B8E-4450-4A67-8D58-5383CDE7AB94}"/>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Applicability in other domains</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5E37329C-1831-4A9C-824E-7B66A2643C7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8b84074d2e34399">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F78C1EA0-EB71-450B-B264-BB75AFABABE1}"/>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72BBCF37-D4BE-420D-898E-A7F824D762E1}"/>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66" name="Review summary">
            <a:extLst xmlns:a="http://schemas.openxmlformats.org/drawingml/2006/main">
              <a:ext uri="{FF2B5EF4-FFF2-40B4-BE49-F238E27FC236}">
                <a16:creationId xmlns:a16="http://schemas.microsoft.com/office/drawing/2014/main" id="{05A09A32-4252-424B-9215-CEF27474533F}"/>
              </a:ext>
            </a:extLst>
          </p:cNvPr>
          <p:cNvSpPr>
            <a:spLocks xmlns:a="http://schemas.openxmlformats.org/drawingml/2006/main" noGrp="1"/>
          </p:cNvSpPr>
          <p:nvPr/>
        </p:nvSpPr>
        <p:spPr>
          <a:xfrm xmlns:a="http://schemas.openxmlformats.org/drawingml/2006/main">
            <a:off x="1828800" y="1581150"/>
            <a:ext cx="906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Trebuchet MS"/>
                <a:ea typeface="Trebuchet MS"/>
                <a:cs typeface="Trebuchet MS"/>
              </a:defRPr>
            </a:defPPr>
          </a:lstStyle>
          <a:p xmlns:a="http://schemas.openxmlformats.org/drawingml/2006/main">
            <a:pPr algn="l">
              <a:defRPr sz="1725" b="0">
                <a:solidFill>
                  <a:srgbClr val="000000"/>
                </a:solidFill>
                <a:latin typeface="Trebuchet MS"/>
                <a:ea typeface="Trebuchet MS"/>
                <a:cs typeface="Trebuchet MS"/>
              </a:defRPr>
            </a:pPr>
            <a:r>
              <a:rPr sz="1725" b="0">
                <a:solidFill>
                  <a:srgbClr val="000000"/>
                </a:solidFill>
                <a:latin typeface="Trebuchet MS"/>
                <a:ea typeface="Trebuchet MS"/>
                <a:cs typeface="Trebuchet MS"/>
              </a:rPr>
              <a:t>Transferable use: an agent retrieves traceable history and performs explicitly allowed operations.</a:t>
            </a:r>
          </a:p>
        </p:txBody>
      </p:sp>
      <p:graphicFrame>
        <p:nvGraphicFramePr>
          <p:cNvPr id="167" name="">
            <a:extLst xmlns:a="http://schemas.openxmlformats.org/drawingml/2006/main">
              <a:ext uri="{FF2B5EF4-FFF2-40B4-BE49-F238E27FC236}">
                <a16:creationId xmlns:a16="http://schemas.microsoft.com/office/drawing/2014/main" id="{33500044-ACE0-4530-A19B-DE533A8C09B6}"/>
              </a:ext>
            </a:extLst>
          </p:cNvPr>
          <p:cNvGraphicFramePr/>
          <p:nvPr/>
        </p:nvGraphicFramePr>
        <p:xfrm>
          <a:off xmlns:a="http://schemas.openxmlformats.org/drawingml/2006/main" x="1828800" y="2286000"/>
          <a:ext xmlns:a="http://schemas.openxmlformats.org/drawingml/2006/main" cx="9067800" cy="2853690"/>
        </p:xfrm>
        <a:graphic xmlns:a="http://schemas.openxmlformats.org/drawingml/2006/main">
          <a:graphicData uri="http://schemas.openxmlformats.org/drawingml/2006/table">
            <a:tbl>
              <a:tblPr firstRow="1" bandRow="0"/>
              <a:tblGrid>
                <a:gridCol w="2333625"/>
                <a:gridCol w="3476625"/>
                <a:gridCol w="3257550"/>
              </a:tblGrid>
              <a:tr h="384810">
                <a:tc>
                  <a:txBody>
                    <a:bodyPr wrap="square" lIns="95250" tIns="66675" rIns="95250" bIns="66675">
                      <a:noAutofit/>
                    </a:bodyPr>
                    <a:lstStyle/>
                    <a:p>
                      <a:pPr algn="l"/>
                      <a:r>
                        <a:rPr sz="1500" b="1">
                          <a:solidFill>
                            <a:srgbClr val="000000"/>
                          </a:solidFill>
                          <a:latin typeface="Trebuchet MS"/>
                          <a:ea typeface="Trebuchet MS"/>
                          <a:cs typeface="Trebuchet MS"/>
                        </a:rPr>
                        <a:t>Domain</a:t>
                      </a:r>
                    </a:p>
                  </a:txBody>
                  <a:tcPr marL="95250" marR="95250" marT="66675" marB="66675" anchor="t">
                    <a:solidFill>
                      <a:srgbClr val="FFF2E0"/>
                    </a:solidFill>
                  </a:tcPr>
                </a:tc>
                <a:tc>
                  <a:txBody>
                    <a:bodyPr wrap="square" lIns="95250" tIns="66675" rIns="95250" bIns="66675">
                      <a:noAutofit/>
                    </a:bodyPr>
                    <a:lstStyle/>
                    <a:p>
                      <a:pPr algn="l"/>
                      <a:r>
                        <a:rPr sz="1500" b="1">
                          <a:solidFill>
                            <a:srgbClr val="000000"/>
                          </a:solidFill>
                          <a:latin typeface="Trebuchet MS"/>
                          <a:ea typeface="Trebuchet MS"/>
                          <a:cs typeface="Trebuchet MS"/>
                        </a:rPr>
                        <a:t>PRIMA mapping</a:t>
                      </a:r>
                    </a:p>
                  </a:txBody>
                  <a:tcPr marL="95250" marR="95250" marT="66675" marB="66675" anchor="t">
                    <a:solidFill>
                      <a:srgbClr val="FFF2E0"/>
                    </a:solidFill>
                  </a:tcPr>
                </a:tc>
                <a:tc>
                  <a:txBody>
                    <a:bodyPr wrap="square" lIns="95250" tIns="66675" rIns="95250" bIns="66675">
                      <a:noAutofit/>
                    </a:bodyPr>
                    <a:lstStyle/>
                    <a:p>
                      <a:pPr algn="l"/>
                      <a:r>
                        <a:rPr sz="1500" b="1">
                          <a:solidFill>
                            <a:srgbClr val="000000"/>
                          </a:solidFill>
                          <a:latin typeface="Trebuchet MS"/>
                          <a:ea typeface="Trebuchet MS"/>
                          <a:cs typeface="Trebuchet MS"/>
                        </a:rPr>
                        <a:t>Evaluation / adoption condition</a:t>
                      </a:r>
                    </a:p>
                  </a:txBody>
                  <a:tcPr marL="95250" marR="95250" marT="66675" marB="66675" anchor="t">
                    <a:solidFill>
                      <a:srgbClr val="FFF2E0"/>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Student / project assistant</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Preferences, episodic memory and planning</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Recall and cost versus history prompting / RAG</a:t>
                      </a:r>
                    </a:p>
                  </a:txBody>
                  <a:tcPr marL="95250" marR="95250" marT="66675" marB="66675" anchor="t">
                    <a:solidFill>
                      <a:srgbClr val="FFFFFF"/>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Customer support</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Past tickets, procedural memory and evidence</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Deidentified data, escalation and fresh policies</a:t>
                      </a:r>
                    </a:p>
                  </a:txBody>
                  <a:tcPr marL="95250" marR="95250" marT="66675" marB="66675" anchor="t">
                    <a:solidFill>
                      <a:srgbClr val="FFFFFF"/>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Enterprise knowledge</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Graph relationships, versions and provenance</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Enforced access and user / store isolation</a:t>
                      </a:r>
                    </a:p>
                  </a:txBody>
                  <a:tcPr marL="95250" marR="95250" marT="66675" marB="66675" anchor="t">
                    <a:solidFill>
                      <a:srgbClr val="FFFFFF"/>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Research / productivity</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Citations, temporal tasks and constrained tools</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Claim verification and reliable side effects</a:t>
                      </a:r>
                    </a:p>
                  </a:txBody>
                  <a:tcPr marL="95250" marR="95250" marT="66675" marB="66675" anchor="t">
                    <a:solidFill>
                      <a:srgbClr val="FFFFFF"/>
                    </a:solidFill>
                  </a:tcPr>
                </a:tc>
              </a:tr>
            </a:tbl>
          </a:graphicData>
        </a:graphic>
      </p:graphicFrame>
      <p:sp>
        <p:nvSpPr>
          <p:cNvPr id="168" name="Main takeaway">
            <a:extLst xmlns:a="http://schemas.openxmlformats.org/drawingml/2006/main">
              <a:ext uri="{FF2B5EF4-FFF2-40B4-BE49-F238E27FC236}">
                <a16:creationId xmlns:a16="http://schemas.microsoft.com/office/drawing/2014/main" id="{A6C2558C-A109-4D1D-AB15-547E093C6CBA}"/>
              </a:ext>
            </a:extLst>
          </p:cNvPr>
          <p:cNvSpPr>
            <a:spLocks xmlns:a="http://schemas.openxmlformats.org/drawingml/2006/main" noGrp="1"/>
          </p:cNvSpPr>
          <p:nvPr/>
        </p:nvSpPr>
        <p:spPr>
          <a:xfrm xmlns:a="http://schemas.openxmlformats.org/drawingml/2006/main">
            <a:off x="1828800" y="5282565"/>
            <a:ext cx="9067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00000"/>
                </a:solidFill>
                <a:latin typeface="Trebuchet MS"/>
                <a:ea typeface="Trebuchet MS"/>
                <a:cs typeface="Trebuchet MS"/>
              </a:defRPr>
            </a:defPPr>
          </a:lstStyle>
          <a:p xmlns:a="http://schemas.openxmlformats.org/drawingml/2006/main">
            <a:pPr algn="l">
              <a:defRPr sz="1575" b="1">
                <a:solidFill>
                  <a:srgbClr val="000000"/>
                </a:solidFill>
                <a:latin typeface="Trebuchet MS"/>
                <a:ea typeface="Trebuchet MS"/>
                <a:cs typeface="Trebuchet MS"/>
              </a:defRPr>
            </a:pPr>
            <a:r>
              <a:rPr sz="1575" b="1">
                <a:solidFill>
                  <a:srgbClr val="000000"/>
                </a:solidFill>
                <a:latin typeface="Trebuchet MS"/>
                <a:ea typeface="Trebuchet MS"/>
                <a:cs typeface="Trebuchet MS"/>
              </a:rPr>
              <a:t>These are proposed applications. Domain benefit and deployment readiness have not been validated.</a:t>
            </a:r>
          </a:p>
        </p:txBody>
      </p:sp>
    </p:spTree>
    <p:extLst>
      <p:ext uri="{BB962C8B-B14F-4D97-AF65-F5344CB8AC3E}">
        <p14:creationId xmlns:p14="http://schemas.microsoft.com/office/powerpoint/2010/main" val="53402601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DEA1E96B-AB23-4E91-A3CD-D7478C76D6CF}"/>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Paper and patent publication progress</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A5D74F80-5559-4589-9605-D208F53C4D0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12d42afafde44a0">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1E64C609-4F60-4B54-B4F8-37323E8314E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2818A281-81A3-4449-A15E-AD167E5CA72D}"/>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39" name="Review summary">
            <a:extLst xmlns:a="http://schemas.openxmlformats.org/drawingml/2006/main">
              <a:ext uri="{FF2B5EF4-FFF2-40B4-BE49-F238E27FC236}">
                <a16:creationId xmlns:a16="http://schemas.microsoft.com/office/drawing/2014/main" id="{59C2E3E5-9787-4A79-883D-CEA4584F5432}"/>
              </a:ext>
            </a:extLst>
          </p:cNvPr>
          <p:cNvSpPr>
            <a:spLocks xmlns:a="http://schemas.openxmlformats.org/drawingml/2006/main" noGrp="1"/>
          </p:cNvSpPr>
          <p:nvPr/>
        </p:nvSpPr>
        <p:spPr>
          <a:xfrm xmlns:a="http://schemas.openxmlformats.org/drawingml/2006/main">
            <a:off x="1828800" y="1581150"/>
            <a:ext cx="906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Trebuchet MS"/>
                <a:ea typeface="Trebuchet MS"/>
                <a:cs typeface="Trebuchet MS"/>
              </a:defRPr>
            </a:defPPr>
          </a:lstStyle>
          <a:p xmlns:a="http://schemas.openxmlformats.org/drawingml/2006/main">
            <a:pPr algn="l">
              <a:defRPr sz="1725" b="0">
                <a:solidFill>
                  <a:srgbClr val="000000"/>
                </a:solidFill>
                <a:latin typeface="Trebuchet MS"/>
                <a:ea typeface="Trebuchet MS"/>
                <a:cs typeface="Trebuchet MS"/>
              </a:defRPr>
            </a:pPr>
            <a:r>
              <a:rPr sz="1725" b="0">
                <a:solidFill>
                  <a:srgbClr val="000000"/>
                </a:solidFill>
                <a:latin typeface="Trebuchet MS"/>
                <a:ea typeface="Trebuchet MS"/>
                <a:cs typeface="Trebuchet MS"/>
              </a:rPr>
              <a:t>Candidate contribution: typed control, memory lifecycle and budgeted corrections with traceable transitions.</a:t>
            </a:r>
          </a:p>
        </p:txBody>
      </p:sp>
      <p:graphicFrame>
        <p:nvGraphicFramePr>
          <p:cNvPr id="140" name="">
            <a:extLst xmlns:a="http://schemas.openxmlformats.org/drawingml/2006/main">
              <a:ext uri="{FF2B5EF4-FFF2-40B4-BE49-F238E27FC236}">
                <a16:creationId xmlns:a16="http://schemas.microsoft.com/office/drawing/2014/main" id="{1EB960FA-82E0-4236-B716-C63286A855CF}"/>
              </a:ext>
            </a:extLst>
          </p:cNvPr>
          <p:cNvGraphicFramePr/>
          <p:nvPr/>
        </p:nvGraphicFramePr>
        <p:xfrm>
          <a:off xmlns:a="http://schemas.openxmlformats.org/drawingml/2006/main" x="1828800" y="2286000"/>
          <a:ext xmlns:a="http://schemas.openxmlformats.org/drawingml/2006/main" cx="9067800" cy="2853690"/>
        </p:xfrm>
        <a:graphic xmlns:a="http://schemas.openxmlformats.org/drawingml/2006/main">
          <a:graphicData uri="http://schemas.openxmlformats.org/drawingml/2006/table">
            <a:tbl>
              <a:tblPr firstRow="1" bandRow="0"/>
              <a:tblGrid>
                <a:gridCol w="2190750"/>
                <a:gridCol w="3286125"/>
                <a:gridCol w="3590925"/>
              </a:tblGrid>
              <a:tr h="384810">
                <a:tc>
                  <a:txBody>
                    <a:bodyPr wrap="square" lIns="95250" tIns="66675" rIns="95250" bIns="66675">
                      <a:noAutofit/>
                    </a:bodyPr>
                    <a:lstStyle/>
                    <a:p>
                      <a:pPr algn="l"/>
                      <a:r>
                        <a:rPr sz="1500" b="1">
                          <a:solidFill>
                            <a:srgbClr val="000000"/>
                          </a:solidFill>
                          <a:latin typeface="Trebuchet MS"/>
                          <a:ea typeface="Trebuchet MS"/>
                          <a:cs typeface="Trebuchet MS"/>
                        </a:rPr>
                        <a:t>Workstream</a:t>
                      </a:r>
                    </a:p>
                  </a:txBody>
                  <a:tcPr marL="95250" marR="95250" marT="66675" marB="66675" anchor="t">
                    <a:solidFill>
                      <a:srgbClr val="FFF2E0"/>
                    </a:solidFill>
                  </a:tcPr>
                </a:tc>
                <a:tc>
                  <a:txBody>
                    <a:bodyPr wrap="square" lIns="95250" tIns="66675" rIns="95250" bIns="66675">
                      <a:noAutofit/>
                    </a:bodyPr>
                    <a:lstStyle/>
                    <a:p>
                      <a:pPr algn="l"/>
                      <a:r>
                        <a:rPr sz="1500" b="1">
                          <a:solidFill>
                            <a:srgbClr val="000000"/>
                          </a:solidFill>
                          <a:latin typeface="Trebuchet MS"/>
                          <a:ea typeface="Trebuchet MS"/>
                          <a:cs typeface="Trebuchet MS"/>
                        </a:rPr>
                        <a:t>Available material</a:t>
                      </a:r>
                    </a:p>
                  </a:txBody>
                  <a:tcPr marL="95250" marR="95250" marT="66675" marB="66675" anchor="t">
                    <a:solidFill>
                      <a:srgbClr val="FFF2E0"/>
                    </a:solidFill>
                  </a:tcPr>
                </a:tc>
                <a:tc>
                  <a:txBody>
                    <a:bodyPr wrap="square" lIns="95250" tIns="66675" rIns="95250" bIns="66675">
                      <a:noAutofit/>
                    </a:bodyPr>
                    <a:lstStyle/>
                    <a:p>
                      <a:pPr algn="l"/>
                      <a:r>
                        <a:rPr sz="1500" b="1">
                          <a:solidFill>
                            <a:srgbClr val="000000"/>
                          </a:solidFill>
                          <a:latin typeface="Trebuchet MS"/>
                          <a:ea typeface="Trebuchet MS"/>
                          <a:cs typeface="Trebuchet MS"/>
                        </a:rPr>
                        <a:t>Next proof required</a:t>
                      </a:r>
                    </a:p>
                  </a:txBody>
                  <a:tcPr marL="95250" marR="95250" marT="66675" marB="66675" anchor="t">
                    <a:solidFill>
                      <a:srgbClr val="FFF2E0"/>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Paper method / related work</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Architecture, formulas and cited foundations</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Versioned manuscript and guide feedback</a:t>
                      </a:r>
                    </a:p>
                  </a:txBody>
                  <a:tcPr marL="95250" marR="95250" marT="66675" marB="66675" anchor="t">
                    <a:solidFill>
                      <a:srgbClr val="FFFFFF"/>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Paper results</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Saved subsets and reported pilot</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Complete matched results, ablations and cost</a:t>
                      </a:r>
                    </a:p>
                  </a:txBody>
                  <a:tcPr marL="95250" marR="95250" marT="66675" marB="66675" anchor="t">
                    <a:solidFill>
                      <a:srgbClr val="FFFFFF"/>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Submission / publication</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No verified receipt or acceptance supplied</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Venue, submission ID, acceptance / DOI record</a:t>
                      </a:r>
                    </a:p>
                  </a:txBody>
                  <a:tcPr marL="95250" marR="95250" marT="66675" marB="66675" anchor="t">
                    <a:solidFill>
                      <a:srgbClr val="FFFFFF"/>
                    </a:solidFill>
                  </a:tcPr>
                </a:tc>
              </a:tr>
              <a:tr h="617220">
                <a:tc>
                  <a:txBody>
                    <a:bodyPr wrap="square" lIns="95250" tIns="66675" rIns="95250" bIns="66675">
                      <a:noAutofit/>
                    </a:bodyPr>
                    <a:lstStyle/>
                    <a:p>
                      <a:pPr algn="l"/>
                      <a:r>
                        <a:rPr sz="1500" b="0">
                          <a:solidFill>
                            <a:srgbClr val="000000"/>
                          </a:solidFill>
                          <a:latin typeface="Trebuchet MS"/>
                          <a:ea typeface="Trebuchet MS"/>
                          <a:cs typeface="Trebuchet MS"/>
                        </a:rPr>
                        <a:t>Patent disclosure / filing</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Mechanism can inform a disclosure draft</a:t>
                      </a:r>
                    </a:p>
                  </a:txBody>
                  <a:tcPr marL="95250" marR="95250" marT="66675" marB="66675" anchor="t">
                    <a:solidFill>
                      <a:srgbClr val="FFFFFF"/>
                    </a:solidFill>
                  </a:tcPr>
                </a:tc>
                <a:tc>
                  <a:txBody>
                    <a:bodyPr wrap="square" lIns="95250" tIns="66675" rIns="95250" bIns="66675">
                      <a:noAutofit/>
                    </a:bodyPr>
                    <a:lstStyle/>
                    <a:p>
                      <a:pPr algn="l"/>
                      <a:r>
                        <a:rPr sz="1500" b="0">
                          <a:solidFill>
                            <a:srgbClr val="000000"/>
                          </a:solidFill>
                          <a:latin typeface="Trebuchet MS"/>
                          <a:ea typeface="Trebuchet MS"/>
                          <a:cs typeface="Trebuchet MS"/>
                        </a:rPr>
                        <a:t>Prior-art review, institutional decision, filing receipt</a:t>
                      </a:r>
                    </a:p>
                  </a:txBody>
                  <a:tcPr marL="95250" marR="95250" marT="66675" marB="66675" anchor="t">
                    <a:solidFill>
                      <a:srgbClr val="FFFFFF"/>
                    </a:solidFill>
                  </a:tcPr>
                </a:tc>
              </a:tr>
            </a:tbl>
          </a:graphicData>
        </a:graphic>
      </p:graphicFrame>
      <p:sp>
        <p:nvSpPr>
          <p:cNvPr id="141" name="Main takeaway">
            <a:extLst xmlns:a="http://schemas.openxmlformats.org/drawingml/2006/main">
              <a:ext uri="{FF2B5EF4-FFF2-40B4-BE49-F238E27FC236}">
                <a16:creationId xmlns:a16="http://schemas.microsoft.com/office/drawing/2014/main" id="{6530090E-B7B3-4B77-B5E5-74BE5D260343}"/>
              </a:ext>
            </a:extLst>
          </p:cNvPr>
          <p:cNvSpPr>
            <a:spLocks xmlns:a="http://schemas.openxmlformats.org/drawingml/2006/main" noGrp="1"/>
          </p:cNvSpPr>
          <p:nvPr/>
        </p:nvSpPr>
        <p:spPr>
          <a:xfrm xmlns:a="http://schemas.openxmlformats.org/drawingml/2006/main">
            <a:off x="1828800" y="5282565"/>
            <a:ext cx="9067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00000"/>
                </a:solidFill>
                <a:latin typeface="Trebuchet MS"/>
                <a:ea typeface="Trebuchet MS"/>
                <a:cs typeface="Trebuchet MS"/>
              </a:defRPr>
            </a:defPPr>
          </a:lstStyle>
          <a:p xmlns:a="http://schemas.openxmlformats.org/drawingml/2006/main">
            <a:pPr algn="l">
              <a:defRPr sz="1575" b="1">
                <a:solidFill>
                  <a:srgbClr val="000000"/>
                </a:solidFill>
                <a:latin typeface="Trebuchet MS"/>
                <a:ea typeface="Trebuchet MS"/>
                <a:cs typeface="Trebuchet MS"/>
              </a:defRPr>
            </a:pPr>
            <a:r>
              <a:rPr sz="1575" b="1">
                <a:solidFill>
                  <a:srgbClr val="000000"/>
                </a:solidFill>
                <a:latin typeface="Trebuchet MS"/>
                <a:ea typeface="Trebuchet MS"/>
                <a:cs typeface="Trebuchet MS"/>
              </a:rPr>
              <a:t>Manuscript, acceptance, filing and grant status remain unverified. Add only records the team can substantiate.</a:t>
            </a:r>
          </a:p>
        </p:txBody>
      </p:sp>
    </p:spTree>
    <p:extLst>
      <p:ext uri="{BB962C8B-B14F-4D97-AF65-F5344CB8AC3E}">
        <p14:creationId xmlns:p14="http://schemas.microsoft.com/office/powerpoint/2010/main" val="406497390"/>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70" name="Google Shape;170;g38215e9470b_0_73">
            <a:extLst xmlns:a="http://schemas.openxmlformats.org/drawingml/2006/main">
              <a:ext uri="{FF2B5EF4-FFF2-40B4-BE49-F238E27FC236}">
                <a16:creationId xmlns:a16="http://schemas.microsoft.com/office/drawing/2014/main" id="{545131F1-8C5B-492F-8784-CDF44F120D22}"/>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Pending work and proposed timeline</a:t>
            </a:r>
            <a:endParaRPr sz="2400" b="0" i="0" u="none" strike="noStrike" cap="none">
              <a:solidFill>
                <a:schemeClr val="dk1"/>
              </a:solidFill>
              <a:latin typeface="Calibri"/>
              <a:ea typeface="Calibri"/>
              <a:cs typeface="Calibri"/>
            </a:endParaRPr>
          </a:p>
        </p:txBody>
      </p:sp>
      <p:pic>
        <p:nvPicPr>
          <p:cNvPr id="172" name="Google Shape;172;g38215e9470b_0_73">
            <a:extLst xmlns:a="http://schemas.openxmlformats.org/drawingml/2006/main">
              <a:ext uri="{FF2B5EF4-FFF2-40B4-BE49-F238E27FC236}">
                <a16:creationId xmlns:a16="http://schemas.microsoft.com/office/drawing/2014/main" id="{D7316DD9-D0FF-4D60-B805-7D1F40B8D6D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4585271c34846d3">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73" name="Google Shape;173;g38215e9470b_0_73">
            <a:extLst xmlns:a="http://schemas.openxmlformats.org/drawingml/2006/main">
              <a:ext uri="{FF2B5EF4-FFF2-40B4-BE49-F238E27FC236}">
                <a16:creationId xmlns:a16="http://schemas.microsoft.com/office/drawing/2014/main" id="{D008B4F2-A0ED-4258-97B1-2B8DE1964670}"/>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74" name="Google Shape;174;g38215e9470b_0_73">
            <a:extLst xmlns:a="http://schemas.openxmlformats.org/drawingml/2006/main">
              <a:ext uri="{FF2B5EF4-FFF2-40B4-BE49-F238E27FC236}">
                <a16:creationId xmlns:a16="http://schemas.microsoft.com/office/drawing/2014/main" id="{CEA8AB66-AC5D-42E0-AFED-3FB19F1E5B05}"/>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75" name="Review summary">
            <a:extLst xmlns:a="http://schemas.openxmlformats.org/drawingml/2006/main">
              <a:ext uri="{FF2B5EF4-FFF2-40B4-BE49-F238E27FC236}">
                <a16:creationId xmlns:a16="http://schemas.microsoft.com/office/drawing/2014/main" id="{B7931FE1-AED4-44B8-9E17-8316FBC10EB4}"/>
              </a:ext>
            </a:extLst>
          </p:cNvPr>
          <p:cNvSpPr>
            <a:spLocks xmlns:a="http://schemas.openxmlformats.org/drawingml/2006/main" noGrp="1"/>
          </p:cNvSpPr>
          <p:nvPr/>
        </p:nvSpPr>
        <p:spPr>
          <a:xfrm xmlns:a="http://schemas.openxmlformats.org/drawingml/2006/main">
            <a:off x="1828800" y="1581150"/>
            <a:ext cx="906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Trebuchet MS"/>
                <a:ea typeface="Trebuchet MS"/>
                <a:cs typeface="Trebuchet MS"/>
              </a:defRPr>
            </a:defPPr>
          </a:lstStyle>
          <a:p xmlns:a="http://schemas.openxmlformats.org/drawingml/2006/main">
            <a:pPr algn="l">
              <a:defRPr sz="1725" b="0">
                <a:solidFill>
                  <a:srgbClr val="000000"/>
                </a:solidFill>
                <a:latin typeface="Trebuchet MS"/>
                <a:ea typeface="Trebuchet MS"/>
                <a:cs typeface="Trebuchet MS"/>
              </a:defRPr>
            </a:pPr>
            <a:r>
              <a:rPr sz="1725" b="0">
                <a:solidFill>
                  <a:srgbClr val="000000"/>
                </a:solidFill>
                <a:latin typeface="Trebuchet MS"/>
                <a:ea typeface="Trebuchet MS"/>
                <a:cs typeface="Trebuchet MS"/>
              </a:rPr>
              <a:t>Proposed targets from 12 Oct 2026, subject to the review date, hardware and guide decisions.</a:t>
            </a:r>
          </a:p>
        </p:txBody>
      </p:sp>
      <p:graphicFrame>
        <p:nvGraphicFramePr>
          <p:cNvPr id="176" name="">
            <a:extLst xmlns:a="http://schemas.openxmlformats.org/drawingml/2006/main">
              <a:ext uri="{FF2B5EF4-FFF2-40B4-BE49-F238E27FC236}">
                <a16:creationId xmlns:a16="http://schemas.microsoft.com/office/drawing/2014/main" id="{75EA80A1-D647-47C2-B048-2796873B4714}"/>
              </a:ext>
            </a:extLst>
          </p:cNvPr>
          <p:cNvGraphicFramePr/>
          <p:nvPr/>
        </p:nvGraphicFramePr>
        <p:xfrm>
          <a:off xmlns:a="http://schemas.openxmlformats.org/drawingml/2006/main" x="1828800" y="2286000"/>
          <a:ext xmlns:a="http://schemas.openxmlformats.org/drawingml/2006/main" cx="9067800" cy="3343085"/>
        </p:xfrm>
        <a:graphic xmlns:a="http://schemas.openxmlformats.org/drawingml/2006/main">
          <a:graphicData uri="http://schemas.openxmlformats.org/drawingml/2006/table">
            <a:tbl>
              <a:tblPr firstRow="1" bandRow="0"/>
              <a:tblGrid>
                <a:gridCol w="2047875"/>
                <a:gridCol w="3876675"/>
                <a:gridCol w="3143250"/>
              </a:tblGrid>
              <a:tr h="373190">
                <a:tc>
                  <a:txBody>
                    <a:bodyPr wrap="square" lIns="95250" tIns="66675" rIns="95250" bIns="66675">
                      <a:noAutofit/>
                    </a:bodyPr>
                    <a:lstStyle/>
                    <a:p>
                      <a:pPr algn="l"/>
                      <a:r>
                        <a:rPr sz="1425" b="1">
                          <a:solidFill>
                            <a:srgbClr val="000000"/>
                          </a:solidFill>
                          <a:latin typeface="Trebuchet MS"/>
                          <a:ea typeface="Trebuchet MS"/>
                          <a:cs typeface="Trebuchet MS"/>
                        </a:rPr>
                        <a:t>Target window</a:t>
                      </a:r>
                    </a:p>
                  </a:txBody>
                  <a:tcPr marL="95250" marR="95250" marT="66675" marB="66675" anchor="t">
                    <a:solidFill>
                      <a:srgbClr val="FFF2E0"/>
                    </a:solidFill>
                  </a:tcPr>
                </a:tc>
                <a:tc>
                  <a:txBody>
                    <a:bodyPr wrap="square" lIns="95250" tIns="66675" rIns="95250" bIns="66675">
                      <a:noAutofit/>
                    </a:bodyPr>
                    <a:lstStyle/>
                    <a:p>
                      <a:pPr algn="l"/>
                      <a:r>
                        <a:rPr sz="1425" b="1">
                          <a:solidFill>
                            <a:srgbClr val="000000"/>
                          </a:solidFill>
                          <a:latin typeface="Trebuchet MS"/>
                          <a:ea typeface="Trebuchet MS"/>
                          <a:cs typeface="Trebuchet MS"/>
                        </a:rPr>
                        <a:t>Priority work</a:t>
                      </a:r>
                    </a:p>
                  </a:txBody>
                  <a:tcPr marL="95250" marR="95250" marT="66675" marB="66675" anchor="t">
                    <a:solidFill>
                      <a:srgbClr val="FFF2E0"/>
                    </a:solidFill>
                  </a:tcPr>
                </a:tc>
                <a:tc>
                  <a:txBody>
                    <a:bodyPr wrap="square" lIns="95250" tIns="66675" rIns="95250" bIns="66675">
                      <a:noAutofit/>
                    </a:bodyPr>
                    <a:lstStyle/>
                    <a:p>
                      <a:pPr algn="l"/>
                      <a:r>
                        <a:rPr sz="1425" b="1">
                          <a:solidFill>
                            <a:srgbClr val="000000"/>
                          </a:solidFill>
                          <a:latin typeface="Trebuchet MS"/>
                          <a:ea typeface="Trebuchet MS"/>
                          <a:cs typeface="Trebuchet MS"/>
                        </a:rPr>
                        <a:t>Completion evidence</a:t>
                      </a:r>
                    </a:p>
                  </a:txBody>
                  <a:tcPr marL="95250" marR="95250" marT="66675" marB="66675" anchor="t">
                    <a:solidFill>
                      <a:srgbClr val="FFF2E0"/>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12–16 Oct</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Demo, rehearsal and environment / provenance</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Traces, wider tests and consistent identities</a:t>
                      </a:r>
                    </a:p>
                  </a:txBody>
                  <a:tcPr marL="95250" marR="95250" marT="66675" marB="66675" anchor="t">
                    <a:solidFill>
                      <a:srgbClr val="FFFFFF"/>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14–30 Oct</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Correctness, retrieval and real pilots</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Frozen settings and admission gates</a:t>
                      </a:r>
                    </a:p>
                  </a:txBody>
                  <a:tcPr marL="95250" marR="95250" marT="66675" marB="66675" anchor="t">
                    <a:solidFill>
                      <a:srgbClr val="FFFFFF"/>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2–6 Nov</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Complete matched campaigns</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Native scores, cost and validated archive</a:t>
                      </a:r>
                    </a:p>
                  </a:txBody>
                  <a:tcPr marL="95250" marR="95250" marT="66675" marB="66675" anchor="t">
                    <a:solidFill>
                      <a:srgbClr val="FFFFFF"/>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19 Oct–13 Nov</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Method, disclosure and guide revision</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Manuscript and institutional review</a:t>
                      </a:r>
                    </a:p>
                  </a:txBody>
                  <a:tcPr marL="95250" marR="95250" marT="66675" marB="66675" anchor="t">
                    <a:solidFill>
                      <a:srgbClr val="FFFFFF"/>
                    </a:solidFill>
                  </a:tcPr>
                </a:tc>
              </a:tr>
              <a:tr h="593979">
                <a:tc>
                  <a:txBody>
                    <a:bodyPr wrap="square" lIns="95250" tIns="66675" rIns="95250" bIns="66675">
                      <a:noAutofit/>
                    </a:bodyPr>
                    <a:lstStyle/>
                    <a:p>
                      <a:pPr algn="l"/>
                      <a:r>
                        <a:rPr sz="1425" b="0">
                          <a:solidFill>
                            <a:srgbClr val="000000"/>
                          </a:solidFill>
                          <a:latin typeface="Trebuchet MS"/>
                          <a:ea typeface="Trebuchet MS"/>
                          <a:cs typeface="Trebuchet MS"/>
                        </a:rPr>
                        <a:t>16–20 Nov</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Final review package</a:t>
                      </a:r>
                    </a:p>
                  </a:txBody>
                  <a:tcPr marL="95250" marR="95250" marT="66675" marB="66675" anchor="t">
                    <a:solidFill>
                      <a:srgbClr val="FFFFFF"/>
                    </a:solidFill>
                  </a:tcPr>
                </a:tc>
                <a:tc>
                  <a:txBody>
                    <a:bodyPr wrap="square" lIns="95250" tIns="66675" rIns="95250" bIns="66675">
                      <a:noAutofit/>
                    </a:bodyPr>
                    <a:lstStyle/>
                    <a:p>
                      <a:pPr algn="l"/>
                      <a:r>
                        <a:rPr sz="1425" b="0">
                          <a:solidFill>
                            <a:srgbClr val="000000"/>
                          </a:solidFill>
                          <a:latin typeface="Trebuchet MS"/>
                          <a:ea typeface="Trebuchet MS"/>
                          <a:cs typeface="Trebuchet MS"/>
                        </a:rPr>
                        <a:t>Consistent slides, demo and records</a:t>
                      </a:r>
                    </a:p>
                  </a:txBody>
                  <a:tcPr marL="95250" marR="95250" marT="66675" marB="66675" anchor="t">
                    <a:solidFill>
                      <a:srgbClr val="FFFFFF"/>
                    </a:solidFill>
                  </a:tcPr>
                </a:tc>
              </a:tr>
            </a:tbl>
          </a:graphicData>
        </a:graphic>
      </p:graphicFrame>
      <p:sp>
        <p:nvSpPr>
          <p:cNvPr id="177" name="Main takeaway">
            <a:extLst xmlns:a="http://schemas.openxmlformats.org/drawingml/2006/main">
              <a:ext uri="{FF2B5EF4-FFF2-40B4-BE49-F238E27FC236}">
                <a16:creationId xmlns:a16="http://schemas.microsoft.com/office/drawing/2014/main" id="{5D7319E5-5643-4D3D-B5E2-65C9FA51FA23}"/>
              </a:ext>
            </a:extLst>
          </p:cNvPr>
          <p:cNvSpPr>
            <a:spLocks xmlns:a="http://schemas.openxmlformats.org/drawingml/2006/main" noGrp="1"/>
          </p:cNvSpPr>
          <p:nvPr/>
        </p:nvSpPr>
        <p:spPr>
          <a:xfrm xmlns:a="http://schemas.openxmlformats.org/drawingml/2006/main">
            <a:off x="1828800" y="5771960"/>
            <a:ext cx="9067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00000"/>
                </a:solidFill>
                <a:latin typeface="Trebuchet MS"/>
                <a:ea typeface="Trebuchet MS"/>
                <a:cs typeface="Trebuchet MS"/>
              </a:defRPr>
            </a:defPPr>
          </a:lstStyle>
          <a:p xmlns:a="http://schemas.openxmlformats.org/drawingml/2006/main">
            <a:pPr algn="l">
              <a:defRPr sz="1575" b="1">
                <a:solidFill>
                  <a:srgbClr val="000000"/>
                </a:solidFill>
                <a:latin typeface="Trebuchet MS"/>
                <a:ea typeface="Trebuchet MS"/>
                <a:cs typeface="Trebuchet MS"/>
              </a:defRPr>
            </a:pPr>
            <a:r>
              <a:rPr sz="1575" b="1">
                <a:solidFill>
                  <a:srgbClr val="000000"/>
                </a:solidFill>
                <a:latin typeface="Trebuchet MS"/>
                <a:ea typeface="Trebuchet MS"/>
                <a:cs typeface="Trebuchet MS"/>
              </a:rPr>
              <a:t>Confirm workstream owners. A failed pilot blocks its dependent campaign.</a:t>
            </a:r>
          </a:p>
        </p:txBody>
      </p:sp>
    </p:spTree>
    <p:extLst>
      <p:ext uri="{BB962C8B-B14F-4D97-AF65-F5344CB8AC3E}">
        <p14:creationId xmlns:p14="http://schemas.microsoft.com/office/powerpoint/2010/main" val="15235411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79" name="Google Shape;179;g38215e9470b_0_82">
            <a:extLst xmlns:a="http://schemas.openxmlformats.org/drawingml/2006/main">
              <a:ext uri="{FF2B5EF4-FFF2-40B4-BE49-F238E27FC236}">
                <a16:creationId xmlns:a16="http://schemas.microsoft.com/office/drawing/2014/main" id="{000ED2EE-D69F-4682-8857-742B1B25B322}"/>
              </a:ext>
            </a:extLst>
          </p:cNvPr>
          <p:cNvSpPr>
            <a:spLocks xmlns:a="http://schemas.openxmlformats.org/drawingml/2006/main" noGrp="1"/>
          </p:cNvSpPr>
          <p:nvPr/>
        </p:nvSpPr>
        <p:spPr>
          <a:xfrm xmlns:a="http://schemas.openxmlformats.org/drawingml/2006/main">
            <a:off x="1828800" y="773827"/>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Conclusion and references</a:t>
            </a:r>
            <a:endParaRPr sz="2400" b="0" i="0" u="none" strike="noStrike" cap="none">
              <a:solidFill>
                <a:schemeClr val="dk1"/>
              </a:solidFill>
              <a:latin typeface="Calibri"/>
              <a:ea typeface="Calibri"/>
              <a:cs typeface="Calibri"/>
            </a:endParaRPr>
          </a:p>
        </p:txBody>
      </p:sp>
      <p:pic>
        <p:nvPicPr>
          <p:cNvPr id="181" name="Google Shape;181;g38215e9470b_0_82">
            <a:extLst xmlns:a="http://schemas.openxmlformats.org/drawingml/2006/main">
              <a:ext uri="{FF2B5EF4-FFF2-40B4-BE49-F238E27FC236}">
                <a16:creationId xmlns:a16="http://schemas.microsoft.com/office/drawing/2014/main" id="{A2DFE18F-D05A-45CE-9150-8521BC02132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c5cf097131a4632">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82" name="Google Shape;182;g38215e9470b_0_82">
            <a:extLst xmlns:a="http://schemas.openxmlformats.org/drawingml/2006/main">
              <a:ext uri="{FF2B5EF4-FFF2-40B4-BE49-F238E27FC236}">
                <a16:creationId xmlns:a16="http://schemas.microsoft.com/office/drawing/2014/main" id="{E61300EC-E262-4FED-8EA5-B90F97F8D9BF}"/>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83" name="Google Shape;183;g38215e9470b_0_82">
            <a:extLst xmlns:a="http://schemas.openxmlformats.org/drawingml/2006/main">
              <a:ext uri="{FF2B5EF4-FFF2-40B4-BE49-F238E27FC236}">
                <a16:creationId xmlns:a16="http://schemas.microsoft.com/office/drawing/2014/main" id="{79D9E0ED-1E15-4D70-99DE-5367995480A7}"/>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84" name="Review summary">
            <a:extLst xmlns:a="http://schemas.openxmlformats.org/drawingml/2006/main">
              <a:ext uri="{FF2B5EF4-FFF2-40B4-BE49-F238E27FC236}">
                <a16:creationId xmlns:a16="http://schemas.microsoft.com/office/drawing/2014/main" id="{CFFD3E2B-22C4-430E-A964-B2FB85929F2C}"/>
              </a:ext>
            </a:extLst>
          </p:cNvPr>
          <p:cNvSpPr>
            <a:spLocks xmlns:a="http://schemas.openxmlformats.org/drawingml/2006/main" noGrp="1"/>
          </p:cNvSpPr>
          <p:nvPr/>
        </p:nvSpPr>
        <p:spPr>
          <a:xfrm xmlns:a="http://schemas.openxmlformats.org/drawingml/2006/main">
            <a:off x="1828800" y="1581150"/>
            <a:ext cx="906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Trebuchet MS"/>
                <a:ea typeface="Trebuchet MS"/>
                <a:cs typeface="Trebuchet MS"/>
              </a:defRPr>
            </a:defPPr>
          </a:lstStyle>
          <a:p xmlns:a="http://schemas.openxmlformats.org/drawingml/2006/main">
            <a:pPr algn="l">
              <a:defRPr sz="1725" b="0">
                <a:solidFill>
                  <a:srgbClr val="000000"/>
                </a:solidFill>
                <a:latin typeface="Trebuchet MS"/>
                <a:ea typeface="Trebuchet MS"/>
                <a:cs typeface="Trebuchet MS"/>
              </a:defRPr>
            </a:pPr>
            <a:r>
              <a:rPr sz="1725" b="0">
                <a:solidFill>
                  <a:srgbClr val="000000"/>
                </a:solidFill>
                <a:latin typeface="Trebuchet MS"/>
                <a:ea typeface="Trebuchet MS"/>
                <a:cs typeface="Trebuchet MS"/>
              </a:rPr>
              <a:t>PRIMA-NEXT implements an integrated memory and control runtime. Current evidence supports scoped mechanisms and subset findings.</a:t>
            </a:r>
          </a:p>
        </p:txBody>
      </p:sp>
      <p:sp>
        <p:nvSpPr>
          <p:cNvPr id="185" name="Conclusion paragraph 0">
            <a:extLst xmlns:a="http://schemas.openxmlformats.org/drawingml/2006/main">
              <a:ext uri="{FF2B5EF4-FFF2-40B4-BE49-F238E27FC236}">
                <a16:creationId xmlns:a16="http://schemas.microsoft.com/office/drawing/2014/main" id="{6634F706-9E21-469C-BBD7-D9BF046ECF9D}"/>
              </a:ext>
            </a:extLst>
          </p:cNvPr>
          <p:cNvSpPr>
            <a:spLocks xmlns:a="http://schemas.openxmlformats.org/drawingml/2006/main" noGrp="1"/>
          </p:cNvSpPr>
          <p:nvPr/>
        </p:nvSpPr>
        <p:spPr>
          <a:xfrm xmlns:a="http://schemas.openxmlformats.org/drawingml/2006/main">
            <a:off x="1828800" y="2286000"/>
            <a:ext cx="9067800" cy="590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Trebuchet MS"/>
                <a:ea typeface="Trebuchet MS"/>
                <a:cs typeface="Trebuchet MS"/>
              </a:defRPr>
            </a:defPPr>
          </a:lstStyle>
          <a:p xmlns:a="http://schemas.openxmlformats.org/drawingml/2006/main">
            <a:pPr algn="l">
              <a:defRPr sz="1725" b="0">
                <a:solidFill>
                  <a:srgbClr val="000000"/>
                </a:solidFill>
                <a:latin typeface="Trebuchet MS"/>
                <a:ea typeface="Trebuchet MS"/>
                <a:cs typeface="Trebuchet MS"/>
              </a:defRPr>
            </a:pPr>
            <a:r>
              <a:rPr sz="1725" b="0">
                <a:solidFill>
                  <a:srgbClr val="000000"/>
                </a:solidFill>
                <a:latin typeface="Trebuchet MS"/>
                <a:ea typeface="Trebuchet MS"/>
                <a:cs typeface="Trebuchet MS"/>
              </a:rPr>
              <a:t>Measured: 25 focused tests passed. Saved 197-query studies favor learned embeddings and raw text within their subset scope.</a:t>
            </a:r>
          </a:p>
        </p:txBody>
      </p:sp>
      <p:sp>
        <p:nvSpPr>
          <p:cNvPr id="186" name="Conclusion paragraph 1">
            <a:extLst xmlns:a="http://schemas.openxmlformats.org/drawingml/2006/main">
              <a:ext uri="{FF2B5EF4-FFF2-40B4-BE49-F238E27FC236}">
                <a16:creationId xmlns:a16="http://schemas.microsoft.com/office/drawing/2014/main" id="{835845D7-0ABB-4107-A80B-CDDE1E7CACDE}"/>
              </a:ext>
            </a:extLst>
          </p:cNvPr>
          <p:cNvSpPr>
            <a:spLocks xmlns:a="http://schemas.openxmlformats.org/drawingml/2006/main" noGrp="1"/>
          </p:cNvSpPr>
          <p:nvPr/>
        </p:nvSpPr>
        <p:spPr>
          <a:xfrm xmlns:a="http://schemas.openxmlformats.org/drawingml/2006/main">
            <a:off x="1828800" y="3010281"/>
            <a:ext cx="9067800" cy="590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Trebuchet MS"/>
                <a:ea typeface="Trebuchet MS"/>
                <a:cs typeface="Trebuchet MS"/>
              </a:defRPr>
            </a:defPPr>
          </a:lstStyle>
          <a:p xmlns:a="http://schemas.openxmlformats.org/drawingml/2006/main">
            <a:pPr algn="l">
              <a:defRPr sz="1725" b="0">
                <a:solidFill>
                  <a:srgbClr val="000000"/>
                </a:solidFill>
                <a:latin typeface="Trebuchet MS"/>
                <a:ea typeface="Trebuchet MS"/>
                <a:cs typeface="Trebuchet MS"/>
              </a:defRPr>
            </a:pPr>
            <a:r>
              <a:rPr sz="1725" b="0">
                <a:solidFill>
                  <a:srgbClr val="000000"/>
                </a:solidFill>
                <a:latin typeface="Trebuchet MS"/>
                <a:ea typeface="Trebuchet MS"/>
                <a:cs typeface="Trebuchet MS"/>
              </a:rPr>
              <a:t>Next: rehearse the connected demo, finish matched quality/cost comparisons and produce verifiable paper/patent records.</a:t>
            </a:r>
          </a:p>
        </p:txBody>
      </p:sp>
      <p:sp>
        <p:nvSpPr>
          <p:cNvPr id="187" name="Conclusion paragraph 2">
            <a:extLst xmlns:a="http://schemas.openxmlformats.org/drawingml/2006/main">
              <a:ext uri="{FF2B5EF4-FFF2-40B4-BE49-F238E27FC236}">
                <a16:creationId xmlns:a16="http://schemas.microsoft.com/office/drawing/2014/main" id="{BAF7D742-873C-4B75-9D36-4F000B6FE7DB}"/>
              </a:ext>
            </a:extLst>
          </p:cNvPr>
          <p:cNvSpPr>
            <a:spLocks xmlns:a="http://schemas.openxmlformats.org/drawingml/2006/main" noGrp="1"/>
          </p:cNvSpPr>
          <p:nvPr/>
        </p:nvSpPr>
        <p:spPr>
          <a:xfrm xmlns:a="http://schemas.openxmlformats.org/drawingml/2006/main">
            <a:off x="1828800" y="3734562"/>
            <a:ext cx="9067800" cy="4964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000000"/>
                </a:solidFill>
                <a:latin typeface="Trebuchet MS"/>
                <a:ea typeface="Trebuchet MS"/>
                <a:cs typeface="Trebuchet MS"/>
              </a:defRPr>
            </a:defPPr>
          </a:lstStyle>
          <a:p xmlns:a="http://schemas.openxmlformats.org/drawingml/2006/main">
            <a:pPr algn="l">
              <a:defRPr sz="1425" b="0">
                <a:solidFill>
                  <a:srgbClr val="000000"/>
                </a:solidFill>
                <a:latin typeface="Trebuchet MS"/>
                <a:ea typeface="Trebuchet MS"/>
                <a:cs typeface="Trebuchet MS"/>
              </a:defRPr>
            </a:pPr>
            <a:r>
              <a:rPr sz="1425" b="0">
                <a:solidFill>
                  <a:srgbClr val="000000"/>
                </a:solidFill>
                <a:latin typeface="Trebuchet MS"/>
                <a:ea typeface="Trebuchet MS"/>
                <a:cs typeface="Trebuchet MS"/>
              </a:rPr>
              <a:t>Key references: Lewis et al., RAG (2020), arXiv:2005.11401; Park et al., Generative Agents (2023), arXiv:2304.03442; Shinn et al., Reflexion (2023), arXiv:2303.11366.</a:t>
            </a:r>
          </a:p>
        </p:txBody>
      </p:sp>
      <p:sp>
        <p:nvSpPr>
          <p:cNvPr id="188" name="Conclusion paragraph 3">
            <a:extLst xmlns:a="http://schemas.openxmlformats.org/drawingml/2006/main">
              <a:ext uri="{FF2B5EF4-FFF2-40B4-BE49-F238E27FC236}">
                <a16:creationId xmlns:a16="http://schemas.microsoft.com/office/drawing/2014/main" id="{1563E11A-0609-4FE1-A4B5-B4BCB8B61C1A}"/>
              </a:ext>
            </a:extLst>
          </p:cNvPr>
          <p:cNvSpPr>
            <a:spLocks xmlns:a="http://schemas.openxmlformats.org/drawingml/2006/main" noGrp="1"/>
          </p:cNvSpPr>
          <p:nvPr/>
        </p:nvSpPr>
        <p:spPr>
          <a:xfrm xmlns:a="http://schemas.openxmlformats.org/drawingml/2006/main">
            <a:off x="1828800" y="4364355"/>
            <a:ext cx="9067800" cy="7208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000000"/>
                </a:solidFill>
                <a:latin typeface="Trebuchet MS"/>
                <a:ea typeface="Trebuchet MS"/>
                <a:cs typeface="Trebuchet MS"/>
              </a:defRPr>
            </a:defPPr>
          </a:lstStyle>
          <a:p xmlns:a="http://schemas.openxmlformats.org/drawingml/2006/main">
            <a:pPr algn="l">
              <a:defRPr sz="1425" b="0">
                <a:solidFill>
                  <a:srgbClr val="000000"/>
                </a:solidFill>
                <a:latin typeface="Trebuchet MS"/>
                <a:ea typeface="Trebuchet MS"/>
                <a:cs typeface="Trebuchet MS"/>
              </a:defRPr>
            </a:pPr>
            <a:r>
              <a:rPr sz="1425" b="0">
                <a:solidFill>
                  <a:srgbClr val="000000"/>
                </a:solidFill>
                <a:latin typeface="Trebuchet MS"/>
                <a:ea typeface="Trebuchet MS"/>
                <a:cs typeface="Trebuchet MS"/>
              </a:rPr>
              <a:t>Datasets: Maharana et al., LoCoMo (ACL 2024), doi:10.18653/v1/2024.acl-long.747; Yang et al., HotpotQA (EMNLP 2018), doi:10.18653/v1/D18-1259; Demszky et al., GoEmotions (ACL 2020), doi:10.18653/v1/2020.acl-main.372.</a:t>
            </a:r>
          </a:p>
        </p:txBody>
      </p:sp>
      <p:sp>
        <p:nvSpPr>
          <p:cNvPr id="189" name="Main takeaway">
            <a:extLst xmlns:a="http://schemas.openxmlformats.org/drawingml/2006/main">
              <a:ext uri="{FF2B5EF4-FFF2-40B4-BE49-F238E27FC236}">
                <a16:creationId xmlns:a16="http://schemas.microsoft.com/office/drawing/2014/main" id="{B4511834-2E80-4D54-8B0A-131EA0BB0BB0}"/>
              </a:ext>
            </a:extLst>
          </p:cNvPr>
          <p:cNvSpPr>
            <a:spLocks xmlns:a="http://schemas.openxmlformats.org/drawingml/2006/main" noGrp="1"/>
          </p:cNvSpPr>
          <p:nvPr/>
        </p:nvSpPr>
        <p:spPr>
          <a:xfrm xmlns:a="http://schemas.openxmlformats.org/drawingml/2006/main">
            <a:off x="1828800" y="5218557"/>
            <a:ext cx="9067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00000"/>
                </a:solidFill>
                <a:latin typeface="Trebuchet MS"/>
                <a:ea typeface="Trebuchet MS"/>
                <a:cs typeface="Trebuchet MS"/>
              </a:defRPr>
            </a:defPPr>
          </a:lstStyle>
          <a:p xmlns:a="http://schemas.openxmlformats.org/drawingml/2006/main">
            <a:pPr algn="l">
              <a:defRPr sz="1575" b="1">
                <a:solidFill>
                  <a:srgbClr val="000000"/>
                </a:solidFill>
                <a:latin typeface="Trebuchet MS"/>
                <a:ea typeface="Trebuchet MS"/>
                <a:cs typeface="Trebuchet MS"/>
              </a:defRPr>
            </a:pPr>
            <a:r>
              <a:rPr sz="1575" b="1">
                <a:solidFill>
                  <a:srgbClr val="000000"/>
                </a:solidFill>
                <a:latin typeface="Trebuchet MS"/>
                <a:ea typeface="Trebuchet MS"/>
                <a:cs typeface="Trebuchet MS"/>
              </a:rPr>
              <a:t>Thank you. Questions on architecture, module evidence and next milestones.</a:t>
            </a:r>
          </a:p>
        </p:txBody>
      </p:sp>
    </p:spTree>
    <p:extLst>
      <p:ext uri="{BB962C8B-B14F-4D97-AF65-F5344CB8AC3E}">
        <p14:creationId xmlns:p14="http://schemas.microsoft.com/office/powerpoint/2010/main" val="466454374"/>
      </p:ext>
    </p:extLst>
  </p:cSld>
</p:sld>
</file>

<file path=ppt/theme/theme1.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2026-10-10T11:57:50.0960000Z</dcterms:created>
  <dcterms:modified xsi:type="dcterms:W3CDTF">2026-10-10T11:57:50.0960000Z</dcterms:modified>
</coreProperties>
</file>